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92" r:id="rId5"/>
    <p:sldId id="276" r:id="rId6"/>
    <p:sldId id="275" r:id="rId7"/>
    <p:sldId id="294" r:id="rId8"/>
    <p:sldId id="295" r:id="rId9"/>
    <p:sldId id="297" r:id="rId10"/>
    <p:sldId id="284" r:id="rId11"/>
    <p:sldId id="283" r:id="rId12"/>
    <p:sldId id="278" r:id="rId13"/>
    <p:sldId id="296" r:id="rId14"/>
    <p:sldId id="293" r:id="rId15"/>
    <p:sldId id="298" r:id="rId16"/>
    <p:sldId id="288" r:id="rId17"/>
    <p:sldId id="289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B2D"/>
    <a:srgbClr val="D30ED8"/>
    <a:srgbClr val="490532"/>
    <a:srgbClr val="446992"/>
    <a:srgbClr val="AEC2D8"/>
    <a:srgbClr val="98432A"/>
    <a:srgbClr val="D84400"/>
    <a:srgbClr val="44678D"/>
    <a:srgbClr val="263E5A"/>
    <a:srgbClr val="D6E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058E74-E94D-4D40-8315-6ED1F44685E9}" v="6" dt="2025-12-20T14:09:48.9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8" autoAdjust="0"/>
    <p:restoredTop sz="95634"/>
  </p:normalViewPr>
  <p:slideViewPr>
    <p:cSldViewPr snapToGrid="0" showGuides="1">
      <p:cViewPr varScale="1">
        <p:scale>
          <a:sx n="79" d="100"/>
          <a:sy n="79" d="100"/>
        </p:scale>
        <p:origin x="610" y="72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-16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hesh mangali" userId="19df09ad2f154328" providerId="LiveId" clId="{9991AB3A-D692-45DD-9C00-5CBE8249E62A}"/>
    <pc:docChg chg="modSld">
      <pc:chgData name="mahesh mangali" userId="19df09ad2f154328" providerId="LiveId" clId="{9991AB3A-D692-45DD-9C00-5CBE8249E62A}" dt="2025-12-20T14:13:17.486" v="24" actId="207"/>
      <pc:docMkLst>
        <pc:docMk/>
      </pc:docMkLst>
      <pc:sldChg chg="modSp mod">
        <pc:chgData name="mahesh mangali" userId="19df09ad2f154328" providerId="LiveId" clId="{9991AB3A-D692-45DD-9C00-5CBE8249E62A}" dt="2025-12-20T14:08:14.871" v="2" actId="1076"/>
        <pc:sldMkLst>
          <pc:docMk/>
          <pc:sldMk cId="2775535166" sldId="275"/>
        </pc:sldMkLst>
        <pc:spChg chg="mod">
          <ac:chgData name="mahesh mangali" userId="19df09ad2f154328" providerId="LiveId" clId="{9991AB3A-D692-45DD-9C00-5CBE8249E62A}" dt="2025-12-20T14:08:14.871" v="2" actId="1076"/>
          <ac:spMkLst>
            <pc:docMk/>
            <pc:sldMk cId="2775535166" sldId="275"/>
            <ac:spMk id="8" creationId="{D36D0CF6-7418-9349-F7A8-045EA96B2D03}"/>
          </ac:spMkLst>
        </pc:spChg>
      </pc:sldChg>
      <pc:sldChg chg="modSp mod">
        <pc:chgData name="mahesh mangali" userId="19df09ad2f154328" providerId="LiveId" clId="{9991AB3A-D692-45DD-9C00-5CBE8249E62A}" dt="2025-12-20T14:08:04.945" v="1" actId="1076"/>
        <pc:sldMkLst>
          <pc:docMk/>
          <pc:sldMk cId="77554804" sldId="276"/>
        </pc:sldMkLst>
        <pc:spChg chg="mod">
          <ac:chgData name="mahesh mangali" userId="19df09ad2f154328" providerId="LiveId" clId="{9991AB3A-D692-45DD-9C00-5CBE8249E62A}" dt="2025-12-20T14:08:04.945" v="1" actId="1076"/>
          <ac:spMkLst>
            <pc:docMk/>
            <pc:sldMk cId="77554804" sldId="276"/>
            <ac:spMk id="4" creationId="{0A01EC1F-42C9-66C4-9D49-F6AF79D5BE91}"/>
          </ac:spMkLst>
        </pc:spChg>
      </pc:sldChg>
      <pc:sldChg chg="modSp mod">
        <pc:chgData name="mahesh mangali" userId="19df09ad2f154328" providerId="LiveId" clId="{9991AB3A-D692-45DD-9C00-5CBE8249E62A}" dt="2025-12-20T14:07:47.995" v="0" actId="1076"/>
        <pc:sldMkLst>
          <pc:docMk/>
          <pc:sldMk cId="1640288181" sldId="278"/>
        </pc:sldMkLst>
        <pc:spChg chg="mod">
          <ac:chgData name="mahesh mangali" userId="19df09ad2f154328" providerId="LiveId" clId="{9991AB3A-D692-45DD-9C00-5CBE8249E62A}" dt="2025-12-20T14:07:47.995" v="0" actId="1076"/>
          <ac:spMkLst>
            <pc:docMk/>
            <pc:sldMk cId="1640288181" sldId="278"/>
            <ac:spMk id="4" creationId="{8FD23934-4A07-2183-483D-999C4EEC4F76}"/>
          </ac:spMkLst>
        </pc:spChg>
      </pc:sldChg>
      <pc:sldChg chg="modSp mod">
        <pc:chgData name="mahesh mangali" userId="19df09ad2f154328" providerId="LiveId" clId="{9991AB3A-D692-45DD-9C00-5CBE8249E62A}" dt="2025-12-20T14:13:17.486" v="24" actId="207"/>
        <pc:sldMkLst>
          <pc:docMk/>
          <pc:sldMk cId="2517140333" sldId="283"/>
        </pc:sldMkLst>
        <pc:spChg chg="mod">
          <ac:chgData name="mahesh mangali" userId="19df09ad2f154328" providerId="LiveId" clId="{9991AB3A-D692-45DD-9C00-5CBE8249E62A}" dt="2025-12-20T14:08:48.233" v="6" actId="1076"/>
          <ac:spMkLst>
            <pc:docMk/>
            <pc:sldMk cId="2517140333" sldId="283"/>
            <ac:spMk id="4" creationId="{695DA9C9-8185-D0AB-3C76-BC1CABABA354}"/>
          </ac:spMkLst>
        </pc:spChg>
        <pc:spChg chg="mod">
          <ac:chgData name="mahesh mangali" userId="19df09ad2f154328" providerId="LiveId" clId="{9991AB3A-D692-45DD-9C00-5CBE8249E62A}" dt="2025-12-20T14:10:46.132" v="18" actId="207"/>
          <ac:spMkLst>
            <pc:docMk/>
            <pc:sldMk cId="2517140333" sldId="283"/>
            <ac:spMk id="29" creationId="{0490F6D4-84D0-42DF-A807-E56706B577D6}"/>
          </ac:spMkLst>
        </pc:spChg>
        <pc:spChg chg="mod">
          <ac:chgData name="mahesh mangali" userId="19df09ad2f154328" providerId="LiveId" clId="{9991AB3A-D692-45DD-9C00-5CBE8249E62A}" dt="2025-12-20T14:10:55.310" v="19" actId="207"/>
          <ac:spMkLst>
            <pc:docMk/>
            <pc:sldMk cId="2517140333" sldId="283"/>
            <ac:spMk id="37" creationId="{3A30B02E-FBE1-41C5-AF6E-E1013275E84A}"/>
          </ac:spMkLst>
        </pc:spChg>
        <pc:spChg chg="mod">
          <ac:chgData name="mahesh mangali" userId="19df09ad2f154328" providerId="LiveId" clId="{9991AB3A-D692-45DD-9C00-5CBE8249E62A}" dt="2025-12-20T14:11:23.528" v="21" actId="207"/>
          <ac:spMkLst>
            <pc:docMk/>
            <pc:sldMk cId="2517140333" sldId="283"/>
            <ac:spMk id="39" creationId="{1B558BFC-AA9F-4991-A6BB-D56BEC07C16E}"/>
          </ac:spMkLst>
        </pc:spChg>
        <pc:spChg chg="mod">
          <ac:chgData name="mahesh mangali" userId="19df09ad2f154328" providerId="LiveId" clId="{9991AB3A-D692-45DD-9C00-5CBE8249E62A}" dt="2025-12-20T14:12:39.007" v="23" actId="207"/>
          <ac:spMkLst>
            <pc:docMk/>
            <pc:sldMk cId="2517140333" sldId="283"/>
            <ac:spMk id="41" creationId="{DBA8686B-D3EF-40DF-939C-F875885DD598}"/>
          </ac:spMkLst>
        </pc:spChg>
        <pc:spChg chg="mod">
          <ac:chgData name="mahesh mangali" userId="19df09ad2f154328" providerId="LiveId" clId="{9991AB3A-D692-45DD-9C00-5CBE8249E62A}" dt="2025-12-20T14:13:17.486" v="24" actId="207"/>
          <ac:spMkLst>
            <pc:docMk/>
            <pc:sldMk cId="2517140333" sldId="283"/>
            <ac:spMk id="43" creationId="{759A333C-6D37-427A-BE2A-4C2660134A5A}"/>
          </ac:spMkLst>
        </pc:spChg>
      </pc:sldChg>
      <pc:sldChg chg="modSp mod">
        <pc:chgData name="mahesh mangali" userId="19df09ad2f154328" providerId="LiveId" clId="{9991AB3A-D692-45DD-9C00-5CBE8249E62A}" dt="2025-12-20T14:08:41.945" v="5" actId="1076"/>
        <pc:sldMkLst>
          <pc:docMk/>
          <pc:sldMk cId="2624021206" sldId="284"/>
        </pc:sldMkLst>
        <pc:spChg chg="mod">
          <ac:chgData name="mahesh mangali" userId="19df09ad2f154328" providerId="LiveId" clId="{9991AB3A-D692-45DD-9C00-5CBE8249E62A}" dt="2025-12-20T14:08:41.945" v="5" actId="1076"/>
          <ac:spMkLst>
            <pc:docMk/>
            <pc:sldMk cId="2624021206" sldId="284"/>
            <ac:spMk id="4" creationId="{DEFD68CE-EF5C-4046-41F5-3763D028DAE5}"/>
          </ac:spMkLst>
        </pc:spChg>
      </pc:sldChg>
      <pc:sldChg chg="modSp mod">
        <pc:chgData name="mahesh mangali" userId="19df09ad2f154328" providerId="LiveId" clId="{9991AB3A-D692-45DD-9C00-5CBE8249E62A}" dt="2025-12-20T14:09:58.064" v="15" actId="1076"/>
        <pc:sldMkLst>
          <pc:docMk/>
          <pc:sldMk cId="4157533387" sldId="288"/>
        </pc:sldMkLst>
        <pc:spChg chg="mod">
          <ac:chgData name="mahesh mangali" userId="19df09ad2f154328" providerId="LiveId" clId="{9991AB3A-D692-45DD-9C00-5CBE8249E62A}" dt="2025-12-20T14:09:58.064" v="15" actId="1076"/>
          <ac:spMkLst>
            <pc:docMk/>
            <pc:sldMk cId="4157533387" sldId="288"/>
            <ac:spMk id="4" creationId="{8E531165-F745-171F-F6EC-07FDD4E3E06C}"/>
          </ac:spMkLst>
        </pc:spChg>
      </pc:sldChg>
      <pc:sldChg chg="modSp mod">
        <pc:chgData name="mahesh mangali" userId="19df09ad2f154328" providerId="LiveId" clId="{9991AB3A-D692-45DD-9C00-5CBE8249E62A}" dt="2025-12-20T14:10:25.650" v="17" actId="207"/>
        <pc:sldMkLst>
          <pc:docMk/>
          <pc:sldMk cId="529279411" sldId="289"/>
        </pc:sldMkLst>
        <pc:spChg chg="mod">
          <ac:chgData name="mahesh mangali" userId="19df09ad2f154328" providerId="LiveId" clId="{9991AB3A-D692-45DD-9C00-5CBE8249E62A}" dt="2025-12-20T14:10:04.667" v="16" actId="1076"/>
          <ac:spMkLst>
            <pc:docMk/>
            <pc:sldMk cId="529279411" sldId="289"/>
            <ac:spMk id="5" creationId="{A954E8FF-50C6-A7E2-E9AD-ED72BFCAF447}"/>
          </ac:spMkLst>
        </pc:spChg>
        <pc:picChg chg="mod">
          <ac:chgData name="mahesh mangali" userId="19df09ad2f154328" providerId="LiveId" clId="{9991AB3A-D692-45DD-9C00-5CBE8249E62A}" dt="2025-12-20T14:10:25.650" v="17" actId="207"/>
          <ac:picMkLst>
            <pc:docMk/>
            <pc:sldMk cId="529279411" sldId="289"/>
            <ac:picMk id="3" creationId="{F2E912C5-A006-E8A3-B6B1-7CC3033034D9}"/>
          </ac:picMkLst>
        </pc:picChg>
      </pc:sldChg>
      <pc:sldChg chg="modSp mod">
        <pc:chgData name="mahesh mangali" userId="19df09ad2f154328" providerId="LiveId" clId="{9991AB3A-D692-45DD-9C00-5CBE8249E62A}" dt="2025-12-20T14:08:23.411" v="3" actId="1076"/>
        <pc:sldMkLst>
          <pc:docMk/>
          <pc:sldMk cId="32955924" sldId="294"/>
        </pc:sldMkLst>
        <pc:spChg chg="mod">
          <ac:chgData name="mahesh mangali" userId="19df09ad2f154328" providerId="LiveId" clId="{9991AB3A-D692-45DD-9C00-5CBE8249E62A}" dt="2025-12-20T14:08:23.411" v="3" actId="1076"/>
          <ac:spMkLst>
            <pc:docMk/>
            <pc:sldMk cId="32955924" sldId="294"/>
            <ac:spMk id="4" creationId="{8A610345-FF40-D90A-5C88-A462A10E487B}"/>
          </ac:spMkLst>
        </pc:spChg>
      </pc:sldChg>
      <pc:sldChg chg="modSp mod">
        <pc:chgData name="mahesh mangali" userId="19df09ad2f154328" providerId="LiveId" clId="{9991AB3A-D692-45DD-9C00-5CBE8249E62A}" dt="2025-12-20T14:09:00.117" v="7" actId="1076"/>
        <pc:sldMkLst>
          <pc:docMk/>
          <pc:sldMk cId="1460241178" sldId="296"/>
        </pc:sldMkLst>
        <pc:spChg chg="mod">
          <ac:chgData name="mahesh mangali" userId="19df09ad2f154328" providerId="LiveId" clId="{9991AB3A-D692-45DD-9C00-5CBE8249E62A}" dt="2025-12-20T14:09:00.117" v="7" actId="1076"/>
          <ac:spMkLst>
            <pc:docMk/>
            <pc:sldMk cId="1460241178" sldId="296"/>
            <ac:spMk id="4" creationId="{9CCB040A-9A98-D5F9-5806-211C7A5CD475}"/>
          </ac:spMkLst>
        </pc:spChg>
      </pc:sldChg>
      <pc:sldChg chg="modSp mod">
        <pc:chgData name="mahesh mangali" userId="19df09ad2f154328" providerId="LiveId" clId="{9991AB3A-D692-45DD-9C00-5CBE8249E62A}" dt="2025-12-20T14:08:34.175" v="4" actId="1076"/>
        <pc:sldMkLst>
          <pc:docMk/>
          <pc:sldMk cId="2737592352" sldId="297"/>
        </pc:sldMkLst>
        <pc:spChg chg="mod">
          <ac:chgData name="mahesh mangali" userId="19df09ad2f154328" providerId="LiveId" clId="{9991AB3A-D692-45DD-9C00-5CBE8249E62A}" dt="2025-12-20T14:08:34.175" v="4" actId="1076"/>
          <ac:spMkLst>
            <pc:docMk/>
            <pc:sldMk cId="2737592352" sldId="297"/>
            <ac:spMk id="19" creationId="{C20671A6-EA5D-DEAE-75D9-DC29D1BFEB0D}"/>
          </ac:spMkLst>
        </pc:spChg>
      </pc:sldChg>
      <pc:sldChg chg="modSp mod">
        <pc:chgData name="mahesh mangali" userId="19df09ad2f154328" providerId="LiveId" clId="{9991AB3A-D692-45DD-9C00-5CBE8249E62A}" dt="2025-12-20T14:09:27.920" v="13" actId="1035"/>
        <pc:sldMkLst>
          <pc:docMk/>
          <pc:sldMk cId="3700129823" sldId="298"/>
        </pc:sldMkLst>
        <pc:spChg chg="mod">
          <ac:chgData name="mahesh mangali" userId="19df09ad2f154328" providerId="LiveId" clId="{9991AB3A-D692-45DD-9C00-5CBE8249E62A}" dt="2025-12-20T14:09:21.808" v="8" actId="1076"/>
          <ac:spMkLst>
            <pc:docMk/>
            <pc:sldMk cId="3700129823" sldId="298"/>
            <ac:spMk id="4" creationId="{8E0BF10A-130C-EB36-4F8E-63841EC38C76}"/>
          </ac:spMkLst>
        </pc:spChg>
        <pc:picChg chg="mod">
          <ac:chgData name="mahesh mangali" userId="19df09ad2f154328" providerId="LiveId" clId="{9991AB3A-D692-45DD-9C00-5CBE8249E62A}" dt="2025-12-20T14:09:27.920" v="13" actId="1035"/>
          <ac:picMkLst>
            <pc:docMk/>
            <pc:sldMk cId="3700129823" sldId="298"/>
            <ac:picMk id="5122" creationId="{E0BDD7E1-ECE7-42BD-E1D5-CAD95F938958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ARIMA</c:v>
                </c:pt>
                <c:pt idx="1">
                  <c:v>SARIMA</c:v>
                </c:pt>
                <c:pt idx="2">
                  <c:v>XGBOOST</c:v>
                </c:pt>
                <c:pt idx="3">
                  <c:v>LSTM</c:v>
                </c:pt>
                <c:pt idx="4">
                  <c:v>PROPHET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8.56</c:v>
                </c:pt>
                <c:pt idx="1">
                  <c:v>8.5299999999999994</c:v>
                </c:pt>
                <c:pt idx="2">
                  <c:v>8.3699999999999992</c:v>
                </c:pt>
                <c:pt idx="3">
                  <c:v>1.48</c:v>
                </c:pt>
                <c:pt idx="4">
                  <c:v>6.34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74-43DF-85DD-F0A10967E8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MSE</c:v>
                </c:pt>
              </c:strCache>
            </c:strRef>
          </c:tx>
          <c:spPr>
            <a:solidFill>
              <a:schemeClr val="accent6">
                <a:lumMod val="25000"/>
                <a:lumOff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ARIMA</c:v>
                </c:pt>
                <c:pt idx="1">
                  <c:v>SARIMA</c:v>
                </c:pt>
                <c:pt idx="2">
                  <c:v>XGBOOST</c:v>
                </c:pt>
                <c:pt idx="3">
                  <c:v>LSTM</c:v>
                </c:pt>
                <c:pt idx="4">
                  <c:v>PROPHET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6.38</c:v>
                </c:pt>
                <c:pt idx="1">
                  <c:v>6.34</c:v>
                </c:pt>
                <c:pt idx="2">
                  <c:v>5.71</c:v>
                </c:pt>
                <c:pt idx="3">
                  <c:v>1.24</c:v>
                </c:pt>
                <c:pt idx="4">
                  <c:v>5.43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074-43DF-85DD-F0A10967E88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238477584"/>
        <c:axId val="1238481520"/>
      </c:barChart>
      <c:catAx>
        <c:axId val="12384775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238481520"/>
        <c:crosses val="autoZero"/>
        <c:auto val="1"/>
        <c:lblAlgn val="ctr"/>
        <c:lblOffset val="100"/>
        <c:noMultiLvlLbl val="0"/>
      </c:catAx>
      <c:valAx>
        <c:axId val="1238481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4775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12/20/2025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A894A48D-3417-BE20-3062-A366096904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AC9ED954-709D-51DC-3EA0-0E06FE1D72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F57F2FB-2942-7663-E6DB-E3A976549D5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D31FE42-8AA6-DC9C-5EE7-8737143C1DD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58D246-FB21-4ACB-9068-6447CC7872F8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F659C92-43C4-05C5-9170-5CF256AF9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4923A81-0599-8ECF-BDF0-A4898D4682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BF3159-94EB-4F6B-8273-09F1A6B019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71288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235818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914374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799336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CBB7B-9541-BC61-065E-8FDAC3AA2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C3A58B-E7E2-0398-7C9E-6B045CB94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42903-598F-D751-6B9A-BE0A061FD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F703D-C768-6A53-2EA4-9EE82190EB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6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33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7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484497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8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8206457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9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640078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8AE1-8207-8F21-87A8-FBD351B95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39E0A4-30A8-E2B8-11E0-213B6731E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609262-DFDD-5533-7FB7-DD52FDA01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71B61-2238-B0CD-991A-083B5527A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74629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8890564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B3D02-06C0-B29B-C621-757F33CE7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81638C-5743-996E-579A-49F214551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B9AF2-7CF0-C355-FE78-818787B22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53AE0-BD96-4D13-7AD6-FD7AC71843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29962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9793020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077670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764" y="1986926"/>
            <a:ext cx="5257793" cy="2057441"/>
          </a:xfrm>
        </p:spPr>
        <p:txBody>
          <a:bodyPr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509005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1366" y="4172084"/>
            <a:ext cx="1570612" cy="7602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title style 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72" y="3435545"/>
            <a:ext cx="4253399" cy="1740114"/>
          </a:xfr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0174533-8C0E-4E82-A582-891A0555FA1F}"/>
              </a:ext>
            </a:extLst>
          </p:cNvPr>
          <p:cNvSpPr/>
          <p:nvPr userDrawn="1"/>
        </p:nvSpPr>
        <p:spPr>
          <a:xfrm>
            <a:off x="7328126" y="231031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71E3938-A754-4D49-B509-249EE9BD83AB}"/>
              </a:ext>
            </a:extLst>
          </p:cNvPr>
          <p:cNvSpPr/>
          <p:nvPr userDrawn="1"/>
        </p:nvSpPr>
        <p:spPr>
          <a:xfrm>
            <a:off x="8375472" y="4095335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4" name="Content placeholder 47" descr="Click icon to add picture">
            <a:extLst>
              <a:ext uri="{FF2B5EF4-FFF2-40B4-BE49-F238E27FC236}">
                <a16:creationId xmlns:a16="http://schemas.microsoft.com/office/drawing/2014/main" id="{5414CF94-2913-4AE7-AAC3-3D61FE74288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74027" y="1076241"/>
            <a:ext cx="1913128" cy="105472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</a:t>
            </a:r>
            <a:r>
              <a:rPr lang="zh-CN" altLang="en-US" dirty="0"/>
              <a:t> </a:t>
            </a:r>
            <a:r>
              <a:rPr lang="en-US" altLang="zh-CN" dirty="0"/>
              <a:t>Master title style </a:t>
            </a:r>
          </a:p>
        </p:txBody>
      </p:sp>
      <p:sp>
        <p:nvSpPr>
          <p:cNvPr id="26" name="Content placeholder 47" descr="Click icon to add picture">
            <a:extLst>
              <a:ext uri="{FF2B5EF4-FFF2-40B4-BE49-F238E27FC236}">
                <a16:creationId xmlns:a16="http://schemas.microsoft.com/office/drawing/2014/main" id="{3CE3485A-395E-4C5F-A00F-D230FF7CFB9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75472" y="1076241"/>
            <a:ext cx="1904890" cy="10547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</a:t>
            </a:r>
            <a:r>
              <a:rPr lang="zh-CN" altLang="en-US" dirty="0"/>
              <a:t> </a:t>
            </a:r>
            <a:r>
              <a:rPr lang="en-US" altLang="zh-CN" dirty="0"/>
              <a:t>Master title style </a:t>
            </a:r>
          </a:p>
        </p:txBody>
      </p:sp>
      <p:sp>
        <p:nvSpPr>
          <p:cNvPr id="33" name="Content placeholder 47" descr="Click icon to add picture">
            <a:extLst>
              <a:ext uri="{FF2B5EF4-FFF2-40B4-BE49-F238E27FC236}">
                <a16:creationId xmlns:a16="http://schemas.microsoft.com/office/drawing/2014/main" id="{6A8DFBFF-5B07-49C6-ADB8-341FCD1E75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21949" y="2844725"/>
            <a:ext cx="1914694" cy="108919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4" name="Content placeholder 47" descr="Click icon to add picture">
            <a:extLst>
              <a:ext uri="{FF2B5EF4-FFF2-40B4-BE49-F238E27FC236}">
                <a16:creationId xmlns:a16="http://schemas.microsoft.com/office/drawing/2014/main" id="{1AC7F192-CFC3-470A-9467-330212C6F5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409651" y="2826795"/>
            <a:ext cx="1913128" cy="110712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5" name="Content placeholder 47" descr="Click icon to add picture">
            <a:extLst>
              <a:ext uri="{FF2B5EF4-FFF2-40B4-BE49-F238E27FC236}">
                <a16:creationId xmlns:a16="http://schemas.microsoft.com/office/drawing/2014/main" id="{A5D53FF3-B0CD-4D31-9128-2D2E0E89F0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67234" y="4631270"/>
            <a:ext cx="1913128" cy="107568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0" i="0">
                <a:solidFill>
                  <a:schemeClr val="accent6"/>
                </a:solidFill>
                <a:latin typeface="Abadi" panose="020B0604020104020204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6" name="Freeform: Shape 6">
            <a:extLst>
              <a:ext uri="{FF2B5EF4-FFF2-40B4-BE49-F238E27FC236}">
                <a16:creationId xmlns:a16="http://schemas.microsoft.com/office/drawing/2014/main" id="{4D27EAE5-5D14-4E2B-9A4E-E1CE7C26F40F}"/>
              </a:ext>
            </a:extLst>
          </p:cNvPr>
          <p:cNvSpPr/>
          <p:nvPr userDrawn="1"/>
        </p:nvSpPr>
        <p:spPr>
          <a:xfrm>
            <a:off x="630971" y="606175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1796F5D-2CC8-44C2-B5B5-E61BEFFF5A72}"/>
              </a:ext>
            </a:extLst>
          </p:cNvPr>
          <p:cNvSpPr/>
          <p:nvPr userDrawn="1"/>
        </p:nvSpPr>
        <p:spPr>
          <a:xfrm>
            <a:off x="5252937" y="2290859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3093633-6A91-42B5-961C-4B3A5DDF2146}"/>
              </a:ext>
            </a:extLst>
          </p:cNvPr>
          <p:cNvSpPr/>
          <p:nvPr userDrawn="1"/>
        </p:nvSpPr>
        <p:spPr>
          <a:xfrm>
            <a:off x="6310033" y="405642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484632" y="6217920"/>
            <a:ext cx="4114800" cy="365125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>
          <a:xfrm>
            <a:off x="11194169" y="6217920"/>
            <a:ext cx="458592" cy="365125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6209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096892"/>
            <a:ext cx="5117162" cy="1325563"/>
          </a:xfr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47">
            <a:extLst>
              <a:ext uri="{FF2B5EF4-FFF2-40B4-BE49-F238E27FC236}">
                <a16:creationId xmlns:a16="http://schemas.microsoft.com/office/drawing/2014/main" id="{E61594E5-F661-407F-9B5E-62267D2E6AA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09574" y="3435546"/>
            <a:ext cx="4260180" cy="12945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988BDF24-3B67-5B77-0D48-319FA7FD0F6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5745001" y="0"/>
            <a:ext cx="6446999" cy="6858000"/>
          </a:xfrm>
          <a:custGeom>
            <a:avLst/>
            <a:gdLst>
              <a:gd name="connsiteX0" fmla="*/ 2550369 w 6483642"/>
              <a:gd name="connsiteY0" fmla="*/ 0 h 6858000"/>
              <a:gd name="connsiteX1" fmla="*/ 4338592 w 6483642"/>
              <a:gd name="connsiteY1" fmla="*/ 0 h 6858000"/>
              <a:gd name="connsiteX2" fmla="*/ 6483642 w 6483642"/>
              <a:gd name="connsiteY2" fmla="*/ 1338386 h 6858000"/>
              <a:gd name="connsiteX3" fmla="*/ 6483642 w 6483642"/>
              <a:gd name="connsiteY3" fmla="*/ 5624376 h 6858000"/>
              <a:gd name="connsiteX4" fmla="*/ 4378767 w 6483642"/>
              <a:gd name="connsiteY4" fmla="*/ 6858000 h 6858000"/>
              <a:gd name="connsiteX5" fmla="*/ 2590564 w 6483642"/>
              <a:gd name="connsiteY5" fmla="*/ 6858000 h 6858000"/>
              <a:gd name="connsiteX6" fmla="*/ 133 w 6483642"/>
              <a:gd name="connsiteY6" fmla="*/ 5332429 h 6858000"/>
              <a:gd name="connsiteX7" fmla="*/ 20164 w 6483642"/>
              <a:gd name="connsiteY7" fmla="*/ 1404433 h 6858000"/>
              <a:gd name="connsiteX0" fmla="*/ 2530205 w 6463478"/>
              <a:gd name="connsiteY0" fmla="*/ 0 h 6858000"/>
              <a:gd name="connsiteX1" fmla="*/ 4318428 w 6463478"/>
              <a:gd name="connsiteY1" fmla="*/ 0 h 6858000"/>
              <a:gd name="connsiteX2" fmla="*/ 6463478 w 6463478"/>
              <a:gd name="connsiteY2" fmla="*/ 1338386 h 6858000"/>
              <a:gd name="connsiteX3" fmla="*/ 6463478 w 6463478"/>
              <a:gd name="connsiteY3" fmla="*/ 5624376 h 6858000"/>
              <a:gd name="connsiteX4" fmla="*/ 4358603 w 6463478"/>
              <a:gd name="connsiteY4" fmla="*/ 6858000 h 6858000"/>
              <a:gd name="connsiteX5" fmla="*/ 2570400 w 6463478"/>
              <a:gd name="connsiteY5" fmla="*/ 6858000 h 6858000"/>
              <a:gd name="connsiteX6" fmla="*/ 17140 w 6463478"/>
              <a:gd name="connsiteY6" fmla="*/ 5339864 h 6858000"/>
              <a:gd name="connsiteX7" fmla="*/ 0 w 6463478"/>
              <a:gd name="connsiteY7" fmla="*/ 1404433 h 6858000"/>
              <a:gd name="connsiteX8" fmla="*/ 2530205 w 6463478"/>
              <a:gd name="connsiteY8" fmla="*/ 0 h 6858000"/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  <a:gd name="connsiteX8" fmla="*/ 2513726 w 6446999"/>
              <a:gd name="connsiteY8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lnTo>
                  <a:pt x="2513726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dirty="0">
                <a:solidFill>
                  <a:schemeClr val="accent6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ADF8D8A3-175E-9A50-A98B-3766DAAB5EE2}"/>
              </a:ext>
            </a:extLst>
          </p:cNvPr>
          <p:cNvSpPr/>
          <p:nvPr userDrawn="1"/>
        </p:nvSpPr>
        <p:spPr>
          <a:xfrm rot="5400000">
            <a:off x="1308232" y="2004972"/>
            <a:ext cx="3593592" cy="2880360"/>
          </a:xfrm>
          <a:prstGeom prst="hexagon">
            <a:avLst>
              <a:gd name="adj" fmla="val 31211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1" name="Text 47" descr="Click icon to add picture">
            <a:extLst>
              <a:ext uri="{FF2B5EF4-FFF2-40B4-BE49-F238E27FC236}">
                <a16:creationId xmlns:a16="http://schemas.microsoft.com/office/drawing/2014/main" id="{B264F104-ED4D-9A7F-E598-295893E05B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19235" y="2911781"/>
            <a:ext cx="1570612" cy="107082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13000"/>
              </a:lnSpc>
              <a:buNone/>
              <a:defRPr sz="1800" b="1" cap="all" baseline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7A084A88-6A62-9495-6CFE-1127D5CAAAB2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581710" y="555648"/>
            <a:ext cx="5045662" cy="5783096"/>
          </a:xfrm>
          <a:custGeom>
            <a:avLst/>
            <a:gdLst>
              <a:gd name="connsiteX0" fmla="*/ 2523318 w 5045662"/>
              <a:gd name="connsiteY0" fmla="*/ 1092708 h 5783096"/>
              <a:gd name="connsiteX1" fmla="*/ 1083139 w 5045662"/>
              <a:gd name="connsiteY1" fmla="*/ 1991697 h 5783096"/>
              <a:gd name="connsiteX2" fmla="*/ 1083139 w 5045662"/>
              <a:gd name="connsiteY2" fmla="*/ 3787311 h 5783096"/>
              <a:gd name="connsiteX3" fmla="*/ 2523318 w 5045662"/>
              <a:gd name="connsiteY3" fmla="*/ 4686300 h 5783096"/>
              <a:gd name="connsiteX4" fmla="*/ 3963497 w 5045662"/>
              <a:gd name="connsiteY4" fmla="*/ 3787311 h 5783096"/>
              <a:gd name="connsiteX5" fmla="*/ 3963497 w 5045662"/>
              <a:gd name="connsiteY5" fmla="*/ 1991697 h 5783096"/>
              <a:gd name="connsiteX6" fmla="*/ 2470122 w 5045662"/>
              <a:gd name="connsiteY6" fmla="*/ 0 h 5783096"/>
              <a:gd name="connsiteX7" fmla="*/ 5037208 w 5045662"/>
              <a:gd name="connsiteY7" fmla="*/ 1458369 h 5783096"/>
              <a:gd name="connsiteX8" fmla="*/ 5045662 w 5045662"/>
              <a:gd name="connsiteY8" fmla="*/ 4339769 h 5783096"/>
              <a:gd name="connsiteX9" fmla="*/ 2561576 w 5045662"/>
              <a:gd name="connsiteY9" fmla="*/ 5783096 h 5783096"/>
              <a:gd name="connsiteX10" fmla="*/ 24164 w 5045662"/>
              <a:gd name="connsiteY10" fmla="*/ 4354881 h 5783096"/>
              <a:gd name="connsiteX11" fmla="*/ 0 w 5045662"/>
              <a:gd name="connsiteY11" fmla="*/ 1453765 h 5783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045662" h="5783096">
                <a:moveTo>
                  <a:pt x="2523318" y="1092708"/>
                </a:moveTo>
                <a:lnTo>
                  <a:pt x="1083139" y="1991697"/>
                </a:lnTo>
                <a:lnTo>
                  <a:pt x="1083139" y="3787311"/>
                </a:lnTo>
                <a:lnTo>
                  <a:pt x="2523318" y="4686300"/>
                </a:lnTo>
                <a:lnTo>
                  <a:pt x="3963497" y="3787311"/>
                </a:lnTo>
                <a:lnTo>
                  <a:pt x="3963497" y="1991697"/>
                </a:lnTo>
                <a:close/>
                <a:moveTo>
                  <a:pt x="2470122" y="0"/>
                </a:moveTo>
                <a:lnTo>
                  <a:pt x="5037208" y="1458369"/>
                </a:lnTo>
                <a:cubicBezTo>
                  <a:pt x="5040026" y="2418836"/>
                  <a:pt x="5042844" y="3379302"/>
                  <a:pt x="5045662" y="4339769"/>
                </a:cubicBezTo>
                <a:lnTo>
                  <a:pt x="2561576" y="5783096"/>
                </a:lnTo>
                <a:lnTo>
                  <a:pt x="24164" y="4354881"/>
                </a:lnTo>
                <a:lnTo>
                  <a:pt x="0" y="1453765"/>
                </a:lnTo>
                <a:close/>
              </a:path>
            </a:pathLst>
          </a:custGeom>
        </p:spPr>
        <p:txBody>
          <a:bodyPr wrap="square" tIns="457200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2BC57-1D8D-9F59-24F9-1E823227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29" y="507076"/>
            <a:ext cx="10515600" cy="111543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47">
            <a:extLst>
              <a:ext uri="{FF2B5EF4-FFF2-40B4-BE49-F238E27FC236}">
                <a16:creationId xmlns:a16="http://schemas.microsoft.com/office/drawing/2014/main" id="{561744A6-D3EA-42C3-8E71-3BB8BA1E6149}"/>
              </a:ext>
            </a:extLst>
          </p:cNvPr>
          <p:cNvSpPr>
            <a:spLocks noGrp="1"/>
          </p:cNvSpPr>
          <p:nvPr>
            <p:ph type="chart" sz="quarter" idx="27" hasCustomPrompt="1"/>
          </p:nvPr>
        </p:nvSpPr>
        <p:spPr>
          <a:xfrm>
            <a:off x="587829" y="1622510"/>
            <a:ext cx="10889796" cy="415575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dirty="0"/>
              <a:t>Click to edit master text style</a:t>
            </a:r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82179-6F61-D1EC-D800-74B748B37F0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803A51-0211-9F66-D20B-444BC94AA39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76827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desig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709" y="721538"/>
            <a:ext cx="10889796" cy="14189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able placeholder">
            <a:extLst>
              <a:ext uri="{FF2B5EF4-FFF2-40B4-BE49-F238E27FC236}">
                <a16:creationId xmlns:a16="http://schemas.microsoft.com/office/drawing/2014/main" id="{CFC5FF09-DE50-4155-81A0-5DD9B700F205}"/>
              </a:ext>
            </a:extLst>
          </p:cNvPr>
          <p:cNvSpPr>
            <a:spLocks noGrp="1"/>
          </p:cNvSpPr>
          <p:nvPr>
            <p:ph type="tbl" sz="quarter" idx="27" hasCustomPrompt="1"/>
          </p:nvPr>
        </p:nvSpPr>
        <p:spPr>
          <a:xfrm>
            <a:off x="581709" y="1614198"/>
            <a:ext cx="10889796" cy="431785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 dirty="0"/>
              <a:t>Click to edit master text style</a:t>
            </a:r>
            <a:endParaRPr lang="zh-CN" altLang="en-US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BF58E95-E9E1-28E6-FB2F-DE80889223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79" y="1856195"/>
            <a:ext cx="4518122" cy="1688906"/>
          </a:xfrm>
        </p:spPr>
        <p:txBody>
          <a:bodyPr anchor="b">
            <a:noAutofit/>
          </a:bodyPr>
          <a:lstStyle>
            <a:lvl1pPr>
              <a:defRPr sz="2700">
                <a:latin typeface="+mn-lt"/>
              </a:defRPr>
            </a:lvl1pPr>
          </a:lstStyle>
          <a:p>
            <a:r>
              <a:rPr lang="en-US" dirty="0"/>
              <a:t>Click to edit </a:t>
            </a:r>
            <a:r>
              <a:rPr lang="en-US" altLang="zh-CN" dirty="0"/>
              <a:t>Text</a:t>
            </a:r>
            <a:r>
              <a:rPr lang="zh-CN" altLang="en-US" dirty="0"/>
              <a:t> </a:t>
            </a:r>
            <a:r>
              <a:rPr lang="en-US" dirty="0"/>
              <a:t>style</a:t>
            </a:r>
          </a:p>
        </p:txBody>
      </p:sp>
      <p:sp>
        <p:nvSpPr>
          <p:cNvPr id="11" name="subtitle 47">
            <a:extLst>
              <a:ext uri="{FF2B5EF4-FFF2-40B4-BE49-F238E27FC236}">
                <a16:creationId xmlns:a16="http://schemas.microsoft.com/office/drawing/2014/main" id="{3B45AD65-2B81-A368-E5F0-5C61D0B1DFE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95999" y="3695015"/>
            <a:ext cx="4672693" cy="168890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4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4" name="Freeform: Shape 5">
            <a:extLst>
              <a:ext uri="{FF2B5EF4-FFF2-40B4-BE49-F238E27FC236}">
                <a16:creationId xmlns:a16="http://schemas.microsoft.com/office/drawing/2014/main" id="{0CA4AA19-0D07-46AB-AC12-64054BBBB499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: Shape 6">
            <a:extLst>
              <a:ext uri="{FF2B5EF4-FFF2-40B4-BE49-F238E27FC236}">
                <a16:creationId xmlns:a16="http://schemas.microsoft.com/office/drawing/2014/main" id="{DF781D9E-0DF5-4DDA-84E6-35DFB054158C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dirty="0"/>
          </a:p>
        </p:txBody>
      </p:sp>
      <p:sp>
        <p:nvSpPr>
          <p:cNvPr id="6" name="Freeform: Shape 7">
            <a:extLst>
              <a:ext uri="{FF2B5EF4-FFF2-40B4-BE49-F238E27FC236}">
                <a16:creationId xmlns:a16="http://schemas.microsoft.com/office/drawing/2014/main" id="{86BA1075-E23C-4BC9-8F67-B2E408F864D2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: Shape 11">
            <a:extLst>
              <a:ext uri="{FF2B5EF4-FFF2-40B4-BE49-F238E27FC236}">
                <a16:creationId xmlns:a16="http://schemas.microsoft.com/office/drawing/2014/main" id="{B2A4CA75-D17E-243B-9C56-A63C75AF6D56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64077E-956B-EA3A-700F-A833D82341F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>
            <a:noAutofit/>
          </a:bodyPr>
          <a:lstStyle/>
          <a:p>
            <a:r>
              <a:rPr lang="en-US" noProof="0"/>
              <a:t>Presentation title</a:t>
            </a:r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D455D4-27F3-B6AD-2A20-7475F307E5E4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25641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Placeholder 4">
            <a:extLst>
              <a:ext uri="{FF2B5EF4-FFF2-40B4-BE49-F238E27FC236}">
                <a16:creationId xmlns:a16="http://schemas.microsoft.com/office/drawing/2014/main" id="{DCA6F28B-ACF1-D3CB-8968-4F64BEA02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0" name="Content placeholder 47">
            <a:extLst>
              <a:ext uri="{FF2B5EF4-FFF2-40B4-BE49-F238E27FC236}">
                <a16:creationId xmlns:a16="http://schemas.microsoft.com/office/drawing/2014/main" id="{E2F72F6F-0172-47B0-8D9E-0EED383332E2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1114798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altLang="zh-CN" dirty="0"/>
          </a:p>
        </p:txBody>
      </p:sp>
      <p:sp>
        <p:nvSpPr>
          <p:cNvPr id="52" name="Content placeholder 47" descr="Click icon to add picture">
            <a:extLst>
              <a:ext uri="{FF2B5EF4-FFF2-40B4-BE49-F238E27FC236}">
                <a16:creationId xmlns:a16="http://schemas.microsoft.com/office/drawing/2014/main" id="{2369DDD8-CFC2-4980-A0DB-411AA173B4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4003" y="476428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3" name="Content placeholder 47">
            <a:extLst>
              <a:ext uri="{FF2B5EF4-FFF2-40B4-BE49-F238E27FC236}">
                <a16:creationId xmlns:a16="http://schemas.microsoft.com/office/drawing/2014/main" id="{B66AC261-5929-40D2-A646-8F16675DE38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214003" y="5295180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1" name="Content placeholder 47">
            <a:extLst>
              <a:ext uri="{FF2B5EF4-FFF2-40B4-BE49-F238E27FC236}">
                <a16:creationId xmlns:a16="http://schemas.microsoft.com/office/drawing/2014/main" id="{B33A9FB2-1610-4389-B352-D99255F77BEC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623536" y="1840730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altLang="zh-CN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DEE851A8-3FB7-B319-A053-BE08A45763C5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720440" y="4045832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2" name="Content placeholder 47">
            <a:extLst>
              <a:ext uri="{FF2B5EF4-FFF2-40B4-BE49-F238E27FC236}">
                <a16:creationId xmlns:a16="http://schemas.microsoft.com/office/drawing/2014/main" id="{5743B59B-3EAA-B249-07CE-9C9C5B0B6AB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720440" y="4576723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2" name="Content placeholder 47">
            <a:extLst>
              <a:ext uri="{FF2B5EF4-FFF2-40B4-BE49-F238E27FC236}">
                <a16:creationId xmlns:a16="http://schemas.microsoft.com/office/drawing/2014/main" id="{0AC60B87-71AC-4AA8-9AE7-B3B427BACB12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13401" y="2560353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altLang="zh-CN" dirty="0"/>
          </a:p>
        </p:txBody>
      </p:sp>
      <p:sp>
        <p:nvSpPr>
          <p:cNvPr id="19" name="Content placeholder 47" descr="Click icon to add picture">
            <a:extLst>
              <a:ext uri="{FF2B5EF4-FFF2-40B4-BE49-F238E27FC236}">
                <a16:creationId xmlns:a16="http://schemas.microsoft.com/office/drawing/2014/main" id="{110FBA5D-2CEB-4D44-16CA-0F24099B140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18710" y="476428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2108E774-D145-FA07-58F1-7DB37A30A59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218710" y="5295180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3" name="Content placeholder 47">
            <a:extLst>
              <a:ext uri="{FF2B5EF4-FFF2-40B4-BE49-F238E27FC236}">
                <a16:creationId xmlns:a16="http://schemas.microsoft.com/office/drawing/2014/main" id="{05B25D7D-82BA-4FF5-9C92-4AD181847515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500328" y="1836331"/>
            <a:ext cx="2368061" cy="2102177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 anchor="ctr"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altLang="zh-CN" dirty="0"/>
          </a:p>
        </p:txBody>
      </p:sp>
      <p:sp>
        <p:nvSpPr>
          <p:cNvPr id="25" name="Content placeholder 47" descr="Click icon to add picture">
            <a:extLst>
              <a:ext uri="{FF2B5EF4-FFF2-40B4-BE49-F238E27FC236}">
                <a16:creationId xmlns:a16="http://schemas.microsoft.com/office/drawing/2014/main" id="{A9C2624B-E6E6-C673-E8FF-F4BF909C3AC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635340" y="4045832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6" name="Content placeholder 47">
            <a:extLst>
              <a:ext uri="{FF2B5EF4-FFF2-40B4-BE49-F238E27FC236}">
                <a16:creationId xmlns:a16="http://schemas.microsoft.com/office/drawing/2014/main" id="{A003837A-CCD7-3699-D86F-CB884CA4C67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635340" y="4576723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9028585-56FF-7B3D-783D-D06964F7C099}"/>
              </a:ext>
            </a:extLst>
          </p:cNvPr>
          <p:cNvSpPr>
            <a:spLocks noGrp="1"/>
          </p:cNvSpPr>
          <p:nvPr>
            <p:ph type="ftr" sz="quarter" idx="58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090978-DDC9-0FA2-2CFD-733C8B854F3C}"/>
              </a:ext>
            </a:extLst>
          </p:cNvPr>
          <p:cNvSpPr>
            <a:spLocks noGrp="1"/>
          </p:cNvSpPr>
          <p:nvPr>
            <p:ph type="sldNum" sz="quarter" idx="5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6368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92FA2A-46BA-2A19-C3CE-EC6985867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74" y="2367293"/>
            <a:ext cx="3909993" cy="3629708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Content placeholder 47">
            <a:extLst>
              <a:ext uri="{FF2B5EF4-FFF2-40B4-BE49-F238E27FC236}">
                <a16:creationId xmlns:a16="http://schemas.microsoft.com/office/drawing/2014/main" id="{BF9EDF7D-3BB1-43C0-92BB-091CCC520477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426979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39" name="Content placeholder 47" descr="Click icon to add picture">
            <a:extLst>
              <a:ext uri="{FF2B5EF4-FFF2-40B4-BE49-F238E27FC236}">
                <a16:creationId xmlns:a16="http://schemas.microsoft.com/office/drawing/2014/main" id="{15896C2C-7C25-4BC0-AF9B-DF590A2909A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20210" y="522515"/>
            <a:ext cx="2289842" cy="62655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0" name="Content placeholder 47">
            <a:extLst>
              <a:ext uri="{FF2B5EF4-FFF2-40B4-BE49-F238E27FC236}">
                <a16:creationId xmlns:a16="http://schemas.microsoft.com/office/drawing/2014/main" id="{CAC554EF-FF8F-4055-A716-E82F461413B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20211" y="1165881"/>
            <a:ext cx="2289842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1400" b="0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56" name="Content placeholder 47">
            <a:extLst>
              <a:ext uri="{FF2B5EF4-FFF2-40B4-BE49-F238E27FC236}">
                <a16:creationId xmlns:a16="http://schemas.microsoft.com/office/drawing/2014/main" id="{4F0742C0-A9F2-4886-B17E-6915399483C3}"/>
              </a:ext>
            </a:extLst>
          </p:cNvPr>
          <p:cNvSpPr>
            <a:spLocks noGrp="1"/>
          </p:cNvSpPr>
          <p:nvPr>
            <p:ph type="pic" sz="quarter" idx="72"/>
          </p:nvPr>
        </p:nvSpPr>
        <p:spPr>
          <a:xfrm>
            <a:off x="8059916" y="436455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41" name="Content placeholder 47" descr="Click icon to add picture">
            <a:extLst>
              <a:ext uri="{FF2B5EF4-FFF2-40B4-BE49-F238E27FC236}">
                <a16:creationId xmlns:a16="http://schemas.microsoft.com/office/drawing/2014/main" id="{CE3DC674-39AB-43B9-AC30-97A68D22159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309889" y="642667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2" name="Content placeholder 47">
            <a:extLst>
              <a:ext uri="{FF2B5EF4-FFF2-40B4-BE49-F238E27FC236}">
                <a16:creationId xmlns:a16="http://schemas.microsoft.com/office/drawing/2014/main" id="{F12189CA-0E22-41A5-91FD-03761860993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309891" y="1165881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8" name="Content placeholder 47">
            <a:extLst>
              <a:ext uri="{FF2B5EF4-FFF2-40B4-BE49-F238E27FC236}">
                <a16:creationId xmlns:a16="http://schemas.microsoft.com/office/drawing/2014/main" id="{A962C62E-F92F-445A-9243-8B433747A548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426979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43" name="Content placeholder 47" descr="Click icon to add picture">
            <a:extLst>
              <a:ext uri="{FF2B5EF4-FFF2-40B4-BE49-F238E27FC236}">
                <a16:creationId xmlns:a16="http://schemas.microsoft.com/office/drawing/2014/main" id="{DE6F9463-BB2D-43FC-BE8F-21D3F9A2539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5520210" y="2105171"/>
            <a:ext cx="2193021" cy="61741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4" name="Content placeholder 47">
            <a:extLst>
              <a:ext uri="{FF2B5EF4-FFF2-40B4-BE49-F238E27FC236}">
                <a16:creationId xmlns:a16="http://schemas.microsoft.com/office/drawing/2014/main" id="{7DF27694-08A2-4530-B763-5A9B9D4DC6E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5520212" y="2739721"/>
            <a:ext cx="2193021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1" name="Content placeholder 47">
            <a:extLst>
              <a:ext uri="{FF2B5EF4-FFF2-40B4-BE49-F238E27FC236}">
                <a16:creationId xmlns:a16="http://schemas.microsoft.com/office/drawing/2014/main" id="{2EA753B3-D0BB-4484-85D1-E28345D99F4C}"/>
              </a:ext>
            </a:extLst>
          </p:cNvPr>
          <p:cNvSpPr>
            <a:spLocks noGrp="1"/>
          </p:cNvSpPr>
          <p:nvPr>
            <p:ph type="pic" sz="quarter" idx="73"/>
          </p:nvPr>
        </p:nvSpPr>
        <p:spPr>
          <a:xfrm>
            <a:off x="8059916" y="2004222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 dirty="0"/>
          </a:p>
        </p:txBody>
      </p:sp>
      <p:sp>
        <p:nvSpPr>
          <p:cNvPr id="45" name="Content placeholder 47" descr="Click icon to add picture">
            <a:extLst>
              <a:ext uri="{FF2B5EF4-FFF2-40B4-BE49-F238E27FC236}">
                <a16:creationId xmlns:a16="http://schemas.microsoft.com/office/drawing/2014/main" id="{20398AA4-3D68-487D-BE7C-9F1D45E3F5FF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309890" y="2032203"/>
            <a:ext cx="2098039" cy="70114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6" name="Content placeholder 47">
            <a:extLst>
              <a:ext uri="{FF2B5EF4-FFF2-40B4-BE49-F238E27FC236}">
                <a16:creationId xmlns:a16="http://schemas.microsoft.com/office/drawing/2014/main" id="{6B623D7A-5E96-42AB-9B1F-14E445503187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9309890" y="274640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9" name="Content placeholder 47">
            <a:extLst>
              <a:ext uri="{FF2B5EF4-FFF2-40B4-BE49-F238E27FC236}">
                <a16:creationId xmlns:a16="http://schemas.microsoft.com/office/drawing/2014/main" id="{EAA5B0EA-1F3B-4D8B-9BB9-F9037A393705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426979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47" name="Content placeholder 47" descr="Click icon to add picture">
            <a:extLst>
              <a:ext uri="{FF2B5EF4-FFF2-40B4-BE49-F238E27FC236}">
                <a16:creationId xmlns:a16="http://schemas.microsoft.com/office/drawing/2014/main" id="{2C93687D-1E42-4B01-9F16-9FA098CE115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520210" y="3775516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0" name="Content placeholder 47">
            <a:extLst>
              <a:ext uri="{FF2B5EF4-FFF2-40B4-BE49-F238E27FC236}">
                <a16:creationId xmlns:a16="http://schemas.microsoft.com/office/drawing/2014/main" id="{7AB91474-458B-45F7-9773-FA375C2CF7F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5520211" y="431207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2" name="Content placeholder 47">
            <a:extLst>
              <a:ext uri="{FF2B5EF4-FFF2-40B4-BE49-F238E27FC236}">
                <a16:creationId xmlns:a16="http://schemas.microsoft.com/office/drawing/2014/main" id="{52E587E7-A09A-4FB2-8774-8073E737F106}"/>
              </a:ext>
            </a:extLst>
          </p:cNvPr>
          <p:cNvSpPr>
            <a:spLocks noGrp="1"/>
          </p:cNvSpPr>
          <p:nvPr>
            <p:ph type="pic" sz="quarter" idx="74"/>
          </p:nvPr>
        </p:nvSpPr>
        <p:spPr>
          <a:xfrm>
            <a:off x="8059916" y="3571991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51" name="Content placeholder 47" descr="Click icon to add picture">
            <a:extLst>
              <a:ext uri="{FF2B5EF4-FFF2-40B4-BE49-F238E27FC236}">
                <a16:creationId xmlns:a16="http://schemas.microsoft.com/office/drawing/2014/main" id="{FBF01DC7-D684-4484-B2AA-B50F7B1A00D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309889" y="3775516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2" name="Content placeholder 47">
            <a:extLst>
              <a:ext uri="{FF2B5EF4-FFF2-40B4-BE49-F238E27FC236}">
                <a16:creationId xmlns:a16="http://schemas.microsoft.com/office/drawing/2014/main" id="{6046C90F-8A25-4E70-9BC9-4496C6B94EB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9309891" y="4312077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55" name="Content placeholder 47">
            <a:extLst>
              <a:ext uri="{FF2B5EF4-FFF2-40B4-BE49-F238E27FC236}">
                <a16:creationId xmlns:a16="http://schemas.microsoft.com/office/drawing/2014/main" id="{D05B9A22-6B21-40BB-BBC1-9586C432A97B}"/>
              </a:ext>
            </a:extLst>
          </p:cNvPr>
          <p:cNvSpPr>
            <a:spLocks noGrp="1"/>
          </p:cNvSpPr>
          <p:nvPr>
            <p:ph type="pic" sz="quarter" idx="71"/>
          </p:nvPr>
        </p:nvSpPr>
        <p:spPr>
          <a:xfrm>
            <a:off x="426979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53" name="Content placeholder 47" descr="Click icon to add picture">
            <a:extLst>
              <a:ext uri="{FF2B5EF4-FFF2-40B4-BE49-F238E27FC236}">
                <a16:creationId xmlns:a16="http://schemas.microsoft.com/office/drawing/2014/main" id="{F5E2B418-8D0E-4995-A3ED-4348C6F4A1AF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520210" y="536944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58" name="Content placeholder 47">
            <a:extLst>
              <a:ext uri="{FF2B5EF4-FFF2-40B4-BE49-F238E27FC236}">
                <a16:creationId xmlns:a16="http://schemas.microsoft.com/office/drawing/2014/main" id="{90A2A6E4-4D11-4F28-9D68-BC28580EBC05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520211" y="5901594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63" name="Content placeholder 47">
            <a:extLst>
              <a:ext uri="{FF2B5EF4-FFF2-40B4-BE49-F238E27FC236}">
                <a16:creationId xmlns:a16="http://schemas.microsoft.com/office/drawing/2014/main" id="{A74DEBE4-2F74-4EB7-9501-8D37A3151B2A}"/>
              </a:ext>
            </a:extLst>
          </p:cNvPr>
          <p:cNvSpPr>
            <a:spLocks noGrp="1"/>
          </p:cNvSpPr>
          <p:nvPr>
            <p:ph type="pic" sz="quarter" idx="75"/>
          </p:nvPr>
        </p:nvSpPr>
        <p:spPr>
          <a:xfrm>
            <a:off x="8059916" y="5153614"/>
            <a:ext cx="1173264" cy="1357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59" name="Content placeholder 47" descr="Click icon to add picture">
            <a:extLst>
              <a:ext uri="{FF2B5EF4-FFF2-40B4-BE49-F238E27FC236}">
                <a16:creationId xmlns:a16="http://schemas.microsoft.com/office/drawing/2014/main" id="{070D69EE-1032-4604-B201-FD13AE846E9E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9313612" y="5369449"/>
            <a:ext cx="2098039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60" name="Content placeholder 47">
            <a:extLst>
              <a:ext uri="{FF2B5EF4-FFF2-40B4-BE49-F238E27FC236}">
                <a16:creationId xmlns:a16="http://schemas.microsoft.com/office/drawing/2014/main" id="{B65187B8-CD7A-46B0-A851-E2456586E758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9309891" y="5901594"/>
            <a:ext cx="2098038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n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64988-2386-5A15-B085-00BD5D58E53C}"/>
              </a:ext>
            </a:extLst>
          </p:cNvPr>
          <p:cNvSpPr>
            <a:spLocks noGrp="1"/>
          </p:cNvSpPr>
          <p:nvPr>
            <p:ph type="ftr" sz="quarter" idx="76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2CC095-C330-BF75-42CE-50A46EAD82C5}"/>
              </a:ext>
            </a:extLst>
          </p:cNvPr>
          <p:cNvSpPr>
            <a:spLocks noGrp="1"/>
          </p:cNvSpPr>
          <p:nvPr>
            <p:ph type="sldNum" sz="quarter" idx="77"/>
          </p:nvPr>
        </p:nvSpPr>
        <p:spPr/>
        <p:txBody>
          <a:bodyPr>
            <a:noAutofit/>
          </a:bodyPr>
          <a:lstStyle>
            <a:lvl1pPr>
              <a:defRPr b="0"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431174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6">
            <a:extLst>
              <a:ext uri="{FF2B5EF4-FFF2-40B4-BE49-F238E27FC236}">
                <a16:creationId xmlns:a16="http://schemas.microsoft.com/office/drawing/2014/main" id="{A533F602-EEC9-45F6-8223-8C8F4914919D}"/>
              </a:ext>
            </a:extLst>
          </p:cNvPr>
          <p:cNvSpPr/>
          <p:nvPr userDrawn="1"/>
        </p:nvSpPr>
        <p:spPr>
          <a:xfrm>
            <a:off x="2121636" y="2070606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08F73F8C-5CF8-4470-AE2B-8E6D7952FF3E}"/>
              </a:ext>
            </a:extLst>
          </p:cNvPr>
          <p:cNvSpPr/>
          <p:nvPr userDrawn="1"/>
        </p:nvSpPr>
        <p:spPr>
          <a:xfrm>
            <a:off x="4174867" y="207344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6" name="Freeform: Shape 8">
            <a:extLst>
              <a:ext uri="{FF2B5EF4-FFF2-40B4-BE49-F238E27FC236}">
                <a16:creationId xmlns:a16="http://schemas.microsoft.com/office/drawing/2014/main" id="{1299AD72-44AB-4D37-ABBB-9E295508DDB5}"/>
              </a:ext>
            </a:extLst>
          </p:cNvPr>
          <p:cNvSpPr/>
          <p:nvPr userDrawn="1"/>
        </p:nvSpPr>
        <p:spPr>
          <a:xfrm>
            <a:off x="6308379" y="206452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834981F1-A16D-4CA2-8001-0D2A65539268}"/>
              </a:ext>
            </a:extLst>
          </p:cNvPr>
          <p:cNvSpPr/>
          <p:nvPr userDrawn="1"/>
        </p:nvSpPr>
        <p:spPr>
          <a:xfrm>
            <a:off x="8407152" y="2068980"/>
            <a:ext cx="1583013" cy="184155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1" name="Content placeholder 47" descr="Click icon to add picture">
            <a:extLst>
              <a:ext uri="{FF2B5EF4-FFF2-40B4-BE49-F238E27FC236}">
                <a16:creationId xmlns:a16="http://schemas.microsoft.com/office/drawing/2014/main" id="{7AA46292-B7E4-4DB5-85D0-C4F19D66F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21770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2" name="Content placeholder 47">
            <a:extLst>
              <a:ext uri="{FF2B5EF4-FFF2-40B4-BE49-F238E27FC236}">
                <a16:creationId xmlns:a16="http://schemas.microsoft.com/office/drawing/2014/main" id="{382E7D57-1A1A-432F-AEA9-9730DEE157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2627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3" name="Content placeholder 47" descr="Click icon to add picture">
            <a:extLst>
              <a:ext uri="{FF2B5EF4-FFF2-40B4-BE49-F238E27FC236}">
                <a16:creationId xmlns:a16="http://schemas.microsoft.com/office/drawing/2014/main" id="{E51F0384-440E-45B9-91E7-78CA13DE0B9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888314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4" name="Content placeholder 47">
            <a:extLst>
              <a:ext uri="{FF2B5EF4-FFF2-40B4-BE49-F238E27FC236}">
                <a16:creationId xmlns:a16="http://schemas.microsoft.com/office/drawing/2014/main" id="{35EAE525-3692-40E8-894E-B19171FF64F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979171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5" name="Content placeholder 47" descr="Click icon to add picture">
            <a:extLst>
              <a:ext uri="{FF2B5EF4-FFF2-40B4-BE49-F238E27FC236}">
                <a16:creationId xmlns:a16="http://schemas.microsoft.com/office/drawing/2014/main" id="{847DC539-F391-4470-96EB-486AB02DADB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73898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6" name="Content placeholder 47">
            <a:extLst>
              <a:ext uri="{FF2B5EF4-FFF2-40B4-BE49-F238E27FC236}">
                <a16:creationId xmlns:a16="http://schemas.microsoft.com/office/drawing/2014/main" id="{50988645-D146-4AFE-B87D-27927957717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64755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7" name="Content placeholder 47" descr="Click icon to add picture">
            <a:extLst>
              <a:ext uri="{FF2B5EF4-FFF2-40B4-BE49-F238E27FC236}">
                <a16:creationId xmlns:a16="http://schemas.microsoft.com/office/drawing/2014/main" id="{6712E8AC-14E0-42CC-8037-7C1D0E044B6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259482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38" name="Content placeholder 47">
            <a:extLst>
              <a:ext uri="{FF2B5EF4-FFF2-40B4-BE49-F238E27FC236}">
                <a16:creationId xmlns:a16="http://schemas.microsoft.com/office/drawing/2014/main" id="{C68DF822-6F14-4839-BD33-6874C8136EE0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350339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39" name="Content placeholder 47" descr="Click icon to add picture">
            <a:extLst>
              <a:ext uri="{FF2B5EF4-FFF2-40B4-BE49-F238E27FC236}">
                <a16:creationId xmlns:a16="http://schemas.microsoft.com/office/drawing/2014/main" id="{2D1F75C7-DA21-4400-B066-F38190B4F5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45066" y="4416565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40" name="Content placeholder 47">
            <a:extLst>
              <a:ext uri="{FF2B5EF4-FFF2-40B4-BE49-F238E27FC236}">
                <a16:creationId xmlns:a16="http://schemas.microsoft.com/office/drawing/2014/main" id="{F7CF6BF0-A40D-4F18-B9DF-D9C4106065D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535923" y="5007731"/>
            <a:ext cx="1691687" cy="81117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altLang="zh-CN" sz="1400" b="0" i="0" kern="1200" dirty="0">
                <a:solidFill>
                  <a:schemeClr val="accent6"/>
                </a:solidFill>
                <a:latin typeface="+mn-lt"/>
                <a:ea typeface="+mj-ea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41" name="Content placeholder 47">
            <a:extLst>
              <a:ext uri="{FF2B5EF4-FFF2-40B4-BE49-F238E27FC236}">
                <a16:creationId xmlns:a16="http://schemas.microsoft.com/office/drawing/2014/main" id="{95C6B2A2-937E-4C7D-92E3-8A105DD43A98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3282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42" name="Content placeholder 47">
            <a:extLst>
              <a:ext uri="{FF2B5EF4-FFF2-40B4-BE49-F238E27FC236}">
                <a16:creationId xmlns:a16="http://schemas.microsoft.com/office/drawing/2014/main" id="{A9ECEF10-95EB-4F03-B3B1-8FC0E421618E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310934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43" name="Content placeholder 47">
            <a:extLst>
              <a:ext uri="{FF2B5EF4-FFF2-40B4-BE49-F238E27FC236}">
                <a16:creationId xmlns:a16="http://schemas.microsoft.com/office/drawing/2014/main" id="{12D92FE1-9874-49B8-8FDC-F903A4843015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5235410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44" name="Content placeholder 47">
            <a:extLst>
              <a:ext uri="{FF2B5EF4-FFF2-40B4-BE49-F238E27FC236}">
                <a16:creationId xmlns:a16="http://schemas.microsoft.com/office/drawing/2014/main" id="{12070F52-AB91-476E-9FE0-5403568A11DD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361474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45" name="Content placeholder 47">
            <a:extLst>
              <a:ext uri="{FF2B5EF4-FFF2-40B4-BE49-F238E27FC236}">
                <a16:creationId xmlns:a16="http://schemas.microsoft.com/office/drawing/2014/main" id="{13AE459B-26D7-43FC-BE0B-EF7B119D7D40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>
          <a:xfrm>
            <a:off x="9487536" y="2073439"/>
            <a:ext cx="1621032" cy="1841551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25" name="Title Placeholder 4">
            <a:extLst>
              <a:ext uri="{FF2B5EF4-FFF2-40B4-BE49-F238E27FC236}">
                <a16:creationId xmlns:a16="http://schemas.microsoft.com/office/drawing/2014/main" id="{C8ECEE37-7B17-4FD7-2612-FBD357E1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7F2CD23-FF0B-8184-9F40-957043412F1C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76D293-58F2-B8E9-6576-2676F210D7CF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93317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47">
            <a:extLst>
              <a:ext uri="{FF2B5EF4-FFF2-40B4-BE49-F238E27FC236}">
                <a16:creationId xmlns:a16="http://schemas.microsoft.com/office/drawing/2014/main" id="{67FF6BA4-2B1B-4B51-9FE3-A67E3DCC3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0" name="Content placeholder 47">
            <a:extLst>
              <a:ext uri="{FF2B5EF4-FFF2-40B4-BE49-F238E27FC236}">
                <a16:creationId xmlns:a16="http://schemas.microsoft.com/office/drawing/2014/main" id="{88E2377A-ED6B-4D69-A9DC-647CB22A520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000303" y="2929823"/>
            <a:ext cx="1867186" cy="2471878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1" name="Content placeholder 47">
            <a:extLst>
              <a:ext uri="{FF2B5EF4-FFF2-40B4-BE49-F238E27FC236}">
                <a16:creationId xmlns:a16="http://schemas.microsoft.com/office/drawing/2014/main" id="{ECC27D7D-FA65-E93F-3C7E-AADBF7E0CC2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64216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3" name="Content placeholder 47">
            <a:extLst>
              <a:ext uri="{FF2B5EF4-FFF2-40B4-BE49-F238E27FC236}">
                <a16:creationId xmlns:a16="http://schemas.microsoft.com/office/drawing/2014/main" id="{DF5280E4-E86B-9E17-04A1-072A8148C3B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326319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7" name="Content placeholder 47">
            <a:extLst>
              <a:ext uri="{FF2B5EF4-FFF2-40B4-BE49-F238E27FC236}">
                <a16:creationId xmlns:a16="http://schemas.microsoft.com/office/drawing/2014/main" id="{42F4F0D3-AF64-7F92-FF1C-F5D1DC62A38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488424" y="2929823"/>
            <a:ext cx="1865376" cy="2464293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tIns="219456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7" name="Content placeholder 47">
            <a:extLst>
              <a:ext uri="{FF2B5EF4-FFF2-40B4-BE49-F238E27FC236}">
                <a16:creationId xmlns:a16="http://schemas.microsoft.com/office/drawing/2014/main" id="{43D089D6-48B5-43AB-A887-EEF910BA916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38200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4" name="Title Placeholder 4">
            <a:extLst>
              <a:ext uri="{FF2B5EF4-FFF2-40B4-BE49-F238E27FC236}">
                <a16:creationId xmlns:a16="http://schemas.microsoft.com/office/drawing/2014/main" id="{69ABDED2-7EB3-3ABE-90D0-E6C00F806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Content placeholder 47">
            <a:extLst>
              <a:ext uri="{FF2B5EF4-FFF2-40B4-BE49-F238E27FC236}">
                <a16:creationId xmlns:a16="http://schemas.microsoft.com/office/drawing/2014/main" id="{476A31DC-7395-007C-8BA1-C38E5B289C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000756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6" name="Content placeholder 47">
            <a:extLst>
              <a:ext uri="{FF2B5EF4-FFF2-40B4-BE49-F238E27FC236}">
                <a16:creationId xmlns:a16="http://schemas.microsoft.com/office/drawing/2014/main" id="{35CE0786-D87B-DD89-C418-C53C1B7E610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63312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7C7F2E6C-1DCD-3C6A-4830-5BF230A3AA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325868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29" name="Content placeholder 47">
            <a:extLst>
              <a:ext uri="{FF2B5EF4-FFF2-40B4-BE49-F238E27FC236}">
                <a16:creationId xmlns:a16="http://schemas.microsoft.com/office/drawing/2014/main" id="{56A87F6E-D6C5-8903-BC20-31381004603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488424" y="2067143"/>
            <a:ext cx="1865376" cy="866219"/>
          </a:xfrm>
          <a:prstGeom prst="rect">
            <a:avLst/>
          </a:prstGeom>
          <a:ln w="19050">
            <a:solidFill>
              <a:schemeClr val="accent3"/>
            </a:solidFill>
          </a:ln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altLang="zh-CN" dirty="0"/>
              <a:t>Click to edit Master title style</a:t>
            </a:r>
            <a:endParaRPr lang="zh-CN" alt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218367E-FDD8-A1F8-8E0F-A365771B85F7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/>
        <p:txBody>
          <a:bodyPr>
            <a:noAutofit/>
          </a:bodyPr>
          <a:lstStyle/>
          <a:p>
            <a:r>
              <a:rPr lang="en-US" noProof="0"/>
              <a:t>Presentation title</a:t>
            </a:r>
            <a:endParaRPr lang="en-US" noProof="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7ECE300-0AB8-85A0-D4D3-B948DDA7B00F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6498592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Freeform: Shape 25">
            <a:extLst>
              <a:ext uri="{FF2B5EF4-FFF2-40B4-BE49-F238E27FC236}">
                <a16:creationId xmlns:a16="http://schemas.microsoft.com/office/drawing/2014/main" id="{D61EE2E4-C5DD-4944-B70C-8F0A3F741A59}"/>
              </a:ext>
            </a:extLst>
          </p:cNvPr>
          <p:cNvSpPr/>
          <p:nvPr userDrawn="1"/>
        </p:nvSpPr>
        <p:spPr>
          <a:xfrm>
            <a:off x="1295508" y="3039919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7" name="Freeform: Shape 26">
            <a:extLst>
              <a:ext uri="{FF2B5EF4-FFF2-40B4-BE49-F238E27FC236}">
                <a16:creationId xmlns:a16="http://schemas.microsoft.com/office/drawing/2014/main" id="{91FA36A8-94E8-4069-B957-F7145D77BD5F}"/>
              </a:ext>
            </a:extLst>
          </p:cNvPr>
          <p:cNvSpPr/>
          <p:nvPr userDrawn="1"/>
        </p:nvSpPr>
        <p:spPr>
          <a:xfrm>
            <a:off x="3670763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8" name="Freeform: Shape 27">
            <a:extLst>
              <a:ext uri="{FF2B5EF4-FFF2-40B4-BE49-F238E27FC236}">
                <a16:creationId xmlns:a16="http://schemas.microsoft.com/office/drawing/2014/main" id="{7D38D67C-B6B8-4EB2-BC07-4A8128F44D16}"/>
              </a:ext>
            </a:extLst>
          </p:cNvPr>
          <p:cNvSpPr/>
          <p:nvPr userDrawn="1"/>
        </p:nvSpPr>
        <p:spPr>
          <a:xfrm>
            <a:off x="4865676" y="3722308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69" name="Freeform: Shape 28">
            <a:extLst>
              <a:ext uri="{FF2B5EF4-FFF2-40B4-BE49-F238E27FC236}">
                <a16:creationId xmlns:a16="http://schemas.microsoft.com/office/drawing/2014/main" id="{6B2E4C8C-D96E-4A66-A3D2-3580DACCF801}"/>
              </a:ext>
            </a:extLst>
          </p:cNvPr>
          <p:cNvSpPr/>
          <p:nvPr userDrawn="1"/>
        </p:nvSpPr>
        <p:spPr>
          <a:xfrm>
            <a:off x="7245668" y="3725411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0" name="Freeform: Shape 29">
            <a:extLst>
              <a:ext uri="{FF2B5EF4-FFF2-40B4-BE49-F238E27FC236}">
                <a16:creationId xmlns:a16="http://schemas.microsoft.com/office/drawing/2014/main" id="{74E0B8B0-45C7-4733-BBDC-B82F9307E431}"/>
              </a:ext>
            </a:extLst>
          </p:cNvPr>
          <p:cNvSpPr/>
          <p:nvPr userDrawn="1"/>
        </p:nvSpPr>
        <p:spPr>
          <a:xfrm>
            <a:off x="8440729" y="1677046"/>
            <a:ext cx="2375255" cy="273493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accent3"/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1" name="Freeform: Shape 30">
            <a:extLst>
              <a:ext uri="{FF2B5EF4-FFF2-40B4-BE49-F238E27FC236}">
                <a16:creationId xmlns:a16="http://schemas.microsoft.com/office/drawing/2014/main" id="{F0BBECC2-631C-4C53-A9E8-6C87D48A3B01}"/>
              </a:ext>
            </a:extLst>
          </p:cNvPr>
          <p:cNvSpPr/>
          <p:nvPr userDrawn="1"/>
        </p:nvSpPr>
        <p:spPr>
          <a:xfrm>
            <a:off x="1274779" y="1667026"/>
            <a:ext cx="7152768" cy="2736950"/>
          </a:xfrm>
          <a:custGeom>
            <a:avLst/>
            <a:gdLst>
              <a:gd name="connsiteX0" fmla="*/ 0 w 5958191"/>
              <a:gd name="connsiteY0" fmla="*/ 2052536 h 2733472"/>
              <a:gd name="connsiteX1" fmla="*/ 1186774 w 5958191"/>
              <a:gd name="connsiteY1" fmla="*/ 1361872 h 2733472"/>
              <a:gd name="connsiteX2" fmla="*/ 2368685 w 5958191"/>
              <a:gd name="connsiteY2" fmla="*/ 2057400 h 2733472"/>
              <a:gd name="connsiteX3" fmla="*/ 2378413 w 5958191"/>
              <a:gd name="connsiteY3" fmla="*/ 690664 h 2733472"/>
              <a:gd name="connsiteX4" fmla="*/ 3570051 w 5958191"/>
              <a:gd name="connsiteY4" fmla="*/ 0 h 2733472"/>
              <a:gd name="connsiteX5" fmla="*/ 4761689 w 5958191"/>
              <a:gd name="connsiteY5" fmla="*/ 680936 h 2733472"/>
              <a:gd name="connsiteX6" fmla="*/ 4756825 w 5958191"/>
              <a:gd name="connsiteY6" fmla="*/ 2052536 h 2733472"/>
              <a:gd name="connsiteX7" fmla="*/ 5958191 w 5958191"/>
              <a:gd name="connsiteY7" fmla="*/ 2733472 h 2733472"/>
              <a:gd name="connsiteX8" fmla="*/ 5958191 w 5958191"/>
              <a:gd name="connsiteY8" fmla="*/ 2733472 h 2733472"/>
              <a:gd name="connsiteX0" fmla="*/ 0 w 7159557"/>
              <a:gd name="connsiteY0" fmla="*/ 2052536 h 2733472"/>
              <a:gd name="connsiteX1" fmla="*/ 1186774 w 7159557"/>
              <a:gd name="connsiteY1" fmla="*/ 1361872 h 2733472"/>
              <a:gd name="connsiteX2" fmla="*/ 2368685 w 7159557"/>
              <a:gd name="connsiteY2" fmla="*/ 2057400 h 2733472"/>
              <a:gd name="connsiteX3" fmla="*/ 2378413 w 7159557"/>
              <a:gd name="connsiteY3" fmla="*/ 690664 h 2733472"/>
              <a:gd name="connsiteX4" fmla="*/ 3570051 w 7159557"/>
              <a:gd name="connsiteY4" fmla="*/ 0 h 2733472"/>
              <a:gd name="connsiteX5" fmla="*/ 4761689 w 7159557"/>
              <a:gd name="connsiteY5" fmla="*/ 680936 h 2733472"/>
              <a:gd name="connsiteX6" fmla="*/ 4756825 w 7159557"/>
              <a:gd name="connsiteY6" fmla="*/ 2052536 h 2733472"/>
              <a:gd name="connsiteX7" fmla="*/ 5958191 w 7159557"/>
              <a:gd name="connsiteY7" fmla="*/ 2733472 h 2733472"/>
              <a:gd name="connsiteX8" fmla="*/ 7159557 w 7159557"/>
              <a:gd name="connsiteY8" fmla="*/ 2067128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62264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7400 h 2733472"/>
              <a:gd name="connsiteX0" fmla="*/ 0 w 7164420"/>
              <a:gd name="connsiteY0" fmla="*/ 2052536 h 2733472"/>
              <a:gd name="connsiteX1" fmla="*/ 1186774 w 7164420"/>
              <a:gd name="connsiteY1" fmla="*/ 1361872 h 2733472"/>
              <a:gd name="connsiteX2" fmla="*/ 2368685 w 7164420"/>
              <a:gd name="connsiteY2" fmla="*/ 2057400 h 2733472"/>
              <a:gd name="connsiteX3" fmla="*/ 2378413 w 7164420"/>
              <a:gd name="connsiteY3" fmla="*/ 690664 h 2733472"/>
              <a:gd name="connsiteX4" fmla="*/ 3570051 w 7164420"/>
              <a:gd name="connsiteY4" fmla="*/ 0 h 2733472"/>
              <a:gd name="connsiteX5" fmla="*/ 4761689 w 7164420"/>
              <a:gd name="connsiteY5" fmla="*/ 680936 h 2733472"/>
              <a:gd name="connsiteX6" fmla="*/ 4756825 w 7164420"/>
              <a:gd name="connsiteY6" fmla="*/ 2052536 h 2733472"/>
              <a:gd name="connsiteX7" fmla="*/ 5958191 w 7164420"/>
              <a:gd name="connsiteY7" fmla="*/ 2733472 h 2733472"/>
              <a:gd name="connsiteX8" fmla="*/ 7164420 w 7164420"/>
              <a:gd name="connsiteY8" fmla="*/ 2052536 h 2733472"/>
              <a:gd name="connsiteX0" fmla="*/ 0 w 7159556"/>
              <a:gd name="connsiteY0" fmla="*/ 2052536 h 2733472"/>
              <a:gd name="connsiteX1" fmla="*/ 1186774 w 7159556"/>
              <a:gd name="connsiteY1" fmla="*/ 1361872 h 2733472"/>
              <a:gd name="connsiteX2" fmla="*/ 2368685 w 7159556"/>
              <a:gd name="connsiteY2" fmla="*/ 2057400 h 2733472"/>
              <a:gd name="connsiteX3" fmla="*/ 2378413 w 7159556"/>
              <a:gd name="connsiteY3" fmla="*/ 690664 h 2733472"/>
              <a:gd name="connsiteX4" fmla="*/ 3570051 w 7159556"/>
              <a:gd name="connsiteY4" fmla="*/ 0 h 2733472"/>
              <a:gd name="connsiteX5" fmla="*/ 4761689 w 7159556"/>
              <a:gd name="connsiteY5" fmla="*/ 680936 h 2733472"/>
              <a:gd name="connsiteX6" fmla="*/ 4756825 w 7159556"/>
              <a:gd name="connsiteY6" fmla="*/ 2052536 h 2733472"/>
              <a:gd name="connsiteX7" fmla="*/ 5958191 w 7159556"/>
              <a:gd name="connsiteY7" fmla="*/ 2733472 h 2733472"/>
              <a:gd name="connsiteX8" fmla="*/ 7159556 w 7159556"/>
              <a:gd name="connsiteY8" fmla="*/ 2052536 h 2733472"/>
              <a:gd name="connsiteX0" fmla="*/ 0 w 7145649"/>
              <a:gd name="connsiteY0" fmla="*/ 2049060 h 2733472"/>
              <a:gd name="connsiteX1" fmla="*/ 1172867 w 7145649"/>
              <a:gd name="connsiteY1" fmla="*/ 1361872 h 2733472"/>
              <a:gd name="connsiteX2" fmla="*/ 2354778 w 7145649"/>
              <a:gd name="connsiteY2" fmla="*/ 2057400 h 2733472"/>
              <a:gd name="connsiteX3" fmla="*/ 2364506 w 7145649"/>
              <a:gd name="connsiteY3" fmla="*/ 690664 h 2733472"/>
              <a:gd name="connsiteX4" fmla="*/ 3556144 w 7145649"/>
              <a:gd name="connsiteY4" fmla="*/ 0 h 2733472"/>
              <a:gd name="connsiteX5" fmla="*/ 4747782 w 7145649"/>
              <a:gd name="connsiteY5" fmla="*/ 680936 h 2733472"/>
              <a:gd name="connsiteX6" fmla="*/ 4742918 w 7145649"/>
              <a:gd name="connsiteY6" fmla="*/ 2052536 h 2733472"/>
              <a:gd name="connsiteX7" fmla="*/ 5944284 w 7145649"/>
              <a:gd name="connsiteY7" fmla="*/ 2733472 h 2733472"/>
              <a:gd name="connsiteX8" fmla="*/ 7145649 w 714564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61872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5208 w 7156079"/>
              <a:gd name="connsiteY2" fmla="*/ 205740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61731 w 7156079"/>
              <a:gd name="connsiteY2" fmla="*/ 2029586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82592 w 7156079"/>
              <a:gd name="connsiteY2" fmla="*/ 2033063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4936 w 7156079"/>
              <a:gd name="connsiteY3" fmla="*/ 690664 h 2733472"/>
              <a:gd name="connsiteX4" fmla="*/ 3566574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4936 w 7156079"/>
              <a:gd name="connsiteY3" fmla="*/ 71847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62966 h 2761286"/>
              <a:gd name="connsiteX1" fmla="*/ 1183297 w 7156079"/>
              <a:gd name="connsiteY1" fmla="*/ 1372302 h 2761286"/>
              <a:gd name="connsiteX2" fmla="*/ 2372162 w 7156079"/>
              <a:gd name="connsiteY2" fmla="*/ 2053924 h 2761286"/>
              <a:gd name="connsiteX3" fmla="*/ 2371460 w 7156079"/>
              <a:gd name="connsiteY3" fmla="*/ 708048 h 2761286"/>
              <a:gd name="connsiteX4" fmla="*/ 3577004 w 7156079"/>
              <a:gd name="connsiteY4" fmla="*/ 0 h 2761286"/>
              <a:gd name="connsiteX5" fmla="*/ 4758212 w 7156079"/>
              <a:gd name="connsiteY5" fmla="*/ 708750 h 2761286"/>
              <a:gd name="connsiteX6" fmla="*/ 4753348 w 7156079"/>
              <a:gd name="connsiteY6" fmla="*/ 2080350 h 2761286"/>
              <a:gd name="connsiteX7" fmla="*/ 5954714 w 7156079"/>
              <a:gd name="connsiteY7" fmla="*/ 2761286 h 2761286"/>
              <a:gd name="connsiteX8" fmla="*/ 7156079 w 7156079"/>
              <a:gd name="connsiteY8" fmla="*/ 2080350 h 2761286"/>
              <a:gd name="connsiteX0" fmla="*/ 0 w 7156079"/>
              <a:gd name="connsiteY0" fmla="*/ 2035152 h 2733472"/>
              <a:gd name="connsiteX1" fmla="*/ 1183297 w 7156079"/>
              <a:gd name="connsiteY1" fmla="*/ 1344488 h 2733472"/>
              <a:gd name="connsiteX2" fmla="*/ 2372162 w 7156079"/>
              <a:gd name="connsiteY2" fmla="*/ 2026110 h 2733472"/>
              <a:gd name="connsiteX3" fmla="*/ 2371460 w 7156079"/>
              <a:gd name="connsiteY3" fmla="*/ 680234 h 2733472"/>
              <a:gd name="connsiteX4" fmla="*/ 3573527 w 7156079"/>
              <a:gd name="connsiteY4" fmla="*/ 0 h 2733472"/>
              <a:gd name="connsiteX5" fmla="*/ 4758212 w 7156079"/>
              <a:gd name="connsiteY5" fmla="*/ 680936 h 2733472"/>
              <a:gd name="connsiteX6" fmla="*/ 4753348 w 7156079"/>
              <a:gd name="connsiteY6" fmla="*/ 2052536 h 2733472"/>
              <a:gd name="connsiteX7" fmla="*/ 5954714 w 7156079"/>
              <a:gd name="connsiteY7" fmla="*/ 2733472 h 2733472"/>
              <a:gd name="connsiteX8" fmla="*/ 7156079 w 7156079"/>
              <a:gd name="connsiteY8" fmla="*/ 2052536 h 2733472"/>
              <a:gd name="connsiteX0" fmla="*/ 0 w 7156079"/>
              <a:gd name="connsiteY0" fmla="*/ 2062967 h 2761287"/>
              <a:gd name="connsiteX1" fmla="*/ 1183297 w 7156079"/>
              <a:gd name="connsiteY1" fmla="*/ 1372303 h 2761287"/>
              <a:gd name="connsiteX2" fmla="*/ 2372162 w 7156079"/>
              <a:gd name="connsiteY2" fmla="*/ 2053925 h 2761287"/>
              <a:gd name="connsiteX3" fmla="*/ 2371460 w 7156079"/>
              <a:gd name="connsiteY3" fmla="*/ 708049 h 2761287"/>
              <a:gd name="connsiteX4" fmla="*/ 3563096 w 7156079"/>
              <a:gd name="connsiteY4" fmla="*/ 0 h 2761287"/>
              <a:gd name="connsiteX5" fmla="*/ 4758212 w 7156079"/>
              <a:gd name="connsiteY5" fmla="*/ 708751 h 2761287"/>
              <a:gd name="connsiteX6" fmla="*/ 4753348 w 7156079"/>
              <a:gd name="connsiteY6" fmla="*/ 2080351 h 2761287"/>
              <a:gd name="connsiteX7" fmla="*/ 5954714 w 7156079"/>
              <a:gd name="connsiteY7" fmla="*/ 2761287 h 2761287"/>
              <a:gd name="connsiteX8" fmla="*/ 7156079 w 7156079"/>
              <a:gd name="connsiteY8" fmla="*/ 2080351 h 2761287"/>
              <a:gd name="connsiteX0" fmla="*/ 0 w 7156079"/>
              <a:gd name="connsiteY0" fmla="*/ 2045583 h 2743903"/>
              <a:gd name="connsiteX1" fmla="*/ 1183297 w 7156079"/>
              <a:gd name="connsiteY1" fmla="*/ 1354919 h 2743903"/>
              <a:gd name="connsiteX2" fmla="*/ 2372162 w 7156079"/>
              <a:gd name="connsiteY2" fmla="*/ 2036541 h 2743903"/>
              <a:gd name="connsiteX3" fmla="*/ 2371460 w 7156079"/>
              <a:gd name="connsiteY3" fmla="*/ 690665 h 2743903"/>
              <a:gd name="connsiteX4" fmla="*/ 3563096 w 7156079"/>
              <a:gd name="connsiteY4" fmla="*/ 0 h 2743903"/>
              <a:gd name="connsiteX5" fmla="*/ 4758212 w 7156079"/>
              <a:gd name="connsiteY5" fmla="*/ 691367 h 2743903"/>
              <a:gd name="connsiteX6" fmla="*/ 4753348 w 7156079"/>
              <a:gd name="connsiteY6" fmla="*/ 2062967 h 2743903"/>
              <a:gd name="connsiteX7" fmla="*/ 5954714 w 7156079"/>
              <a:gd name="connsiteY7" fmla="*/ 2743903 h 2743903"/>
              <a:gd name="connsiteX8" fmla="*/ 7156079 w 7156079"/>
              <a:gd name="connsiteY8" fmla="*/ 2062967 h 2743903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8212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53348 w 7156079"/>
              <a:gd name="connsiteY6" fmla="*/ 2069921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50857"/>
              <a:gd name="connsiteX1" fmla="*/ 1183297 w 7156079"/>
              <a:gd name="connsiteY1" fmla="*/ 1361873 h 2750857"/>
              <a:gd name="connsiteX2" fmla="*/ 2372162 w 7156079"/>
              <a:gd name="connsiteY2" fmla="*/ 2043495 h 2750857"/>
              <a:gd name="connsiteX3" fmla="*/ 2371460 w 7156079"/>
              <a:gd name="connsiteY3" fmla="*/ 697619 h 2750857"/>
              <a:gd name="connsiteX4" fmla="*/ 3559620 w 7156079"/>
              <a:gd name="connsiteY4" fmla="*/ 0 h 2750857"/>
              <a:gd name="connsiteX5" fmla="*/ 4751259 w 7156079"/>
              <a:gd name="connsiteY5" fmla="*/ 698321 h 2750857"/>
              <a:gd name="connsiteX6" fmla="*/ 4742917 w 7156079"/>
              <a:gd name="connsiteY6" fmla="*/ 2062967 h 2750857"/>
              <a:gd name="connsiteX7" fmla="*/ 5954714 w 7156079"/>
              <a:gd name="connsiteY7" fmla="*/ 2750857 h 2750857"/>
              <a:gd name="connsiteX8" fmla="*/ 7156079 w 7156079"/>
              <a:gd name="connsiteY8" fmla="*/ 2069921 h 2750857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62967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60301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56079"/>
              <a:gd name="connsiteY0" fmla="*/ 2052537 h 2736950"/>
              <a:gd name="connsiteX1" fmla="*/ 1183297 w 7156079"/>
              <a:gd name="connsiteY1" fmla="*/ 1361873 h 2736950"/>
              <a:gd name="connsiteX2" fmla="*/ 2372162 w 7156079"/>
              <a:gd name="connsiteY2" fmla="*/ 2043495 h 2736950"/>
              <a:gd name="connsiteX3" fmla="*/ 2371460 w 7156079"/>
              <a:gd name="connsiteY3" fmla="*/ 697619 h 2736950"/>
              <a:gd name="connsiteX4" fmla="*/ 3559620 w 7156079"/>
              <a:gd name="connsiteY4" fmla="*/ 0 h 2736950"/>
              <a:gd name="connsiteX5" fmla="*/ 4751259 w 7156079"/>
              <a:gd name="connsiteY5" fmla="*/ 698321 h 2736950"/>
              <a:gd name="connsiteX6" fmla="*/ 4742917 w 7156079"/>
              <a:gd name="connsiteY6" fmla="*/ 2052536 h 2736950"/>
              <a:gd name="connsiteX7" fmla="*/ 5954714 w 7156079"/>
              <a:gd name="connsiteY7" fmla="*/ 2736950 h 2736950"/>
              <a:gd name="connsiteX8" fmla="*/ 7156079 w 7156079"/>
              <a:gd name="connsiteY8" fmla="*/ 2069921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6014 h 2736950"/>
              <a:gd name="connsiteX0" fmla="*/ 0 w 7124788"/>
              <a:gd name="connsiteY0" fmla="*/ 2052537 h 2736950"/>
              <a:gd name="connsiteX1" fmla="*/ 1183297 w 7124788"/>
              <a:gd name="connsiteY1" fmla="*/ 1361873 h 2736950"/>
              <a:gd name="connsiteX2" fmla="*/ 2372162 w 7124788"/>
              <a:gd name="connsiteY2" fmla="*/ 2043495 h 2736950"/>
              <a:gd name="connsiteX3" fmla="*/ 2371460 w 7124788"/>
              <a:gd name="connsiteY3" fmla="*/ 697619 h 2736950"/>
              <a:gd name="connsiteX4" fmla="*/ 3559620 w 7124788"/>
              <a:gd name="connsiteY4" fmla="*/ 0 h 2736950"/>
              <a:gd name="connsiteX5" fmla="*/ 4751259 w 7124788"/>
              <a:gd name="connsiteY5" fmla="*/ 698321 h 2736950"/>
              <a:gd name="connsiteX6" fmla="*/ 4742917 w 7124788"/>
              <a:gd name="connsiteY6" fmla="*/ 2052536 h 2736950"/>
              <a:gd name="connsiteX7" fmla="*/ 5954714 w 7124788"/>
              <a:gd name="connsiteY7" fmla="*/ 2736950 h 2736950"/>
              <a:gd name="connsiteX8" fmla="*/ 7124788 w 7124788"/>
              <a:gd name="connsiteY8" fmla="*/ 2045583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2162 w 7135218"/>
              <a:gd name="connsiteY2" fmla="*/ 2043495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52537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35218"/>
              <a:gd name="connsiteY0" fmla="*/ 2067128 h 2736950"/>
              <a:gd name="connsiteX1" fmla="*/ 1183297 w 7135218"/>
              <a:gd name="connsiteY1" fmla="*/ 1361873 h 2736950"/>
              <a:gd name="connsiteX2" fmla="*/ 2376070 w 7135218"/>
              <a:gd name="connsiteY2" fmla="*/ 2055218 h 2736950"/>
              <a:gd name="connsiteX3" fmla="*/ 2371460 w 7135218"/>
              <a:gd name="connsiteY3" fmla="*/ 697619 h 2736950"/>
              <a:gd name="connsiteX4" fmla="*/ 3559620 w 7135218"/>
              <a:gd name="connsiteY4" fmla="*/ 0 h 2736950"/>
              <a:gd name="connsiteX5" fmla="*/ 4751259 w 7135218"/>
              <a:gd name="connsiteY5" fmla="*/ 698321 h 2736950"/>
              <a:gd name="connsiteX6" fmla="*/ 4742917 w 7135218"/>
              <a:gd name="connsiteY6" fmla="*/ 2052536 h 2736950"/>
              <a:gd name="connsiteX7" fmla="*/ 5954714 w 7135218"/>
              <a:gd name="connsiteY7" fmla="*/ 2736950 h 2736950"/>
              <a:gd name="connsiteX8" fmla="*/ 7135218 w 7135218"/>
              <a:gd name="connsiteY8" fmla="*/ 2052536 h 2736950"/>
              <a:gd name="connsiteX0" fmla="*/ 0 w 7159537"/>
              <a:gd name="connsiteY0" fmla="*/ 2062264 h 2736950"/>
              <a:gd name="connsiteX1" fmla="*/ 1207616 w 7159537"/>
              <a:gd name="connsiteY1" fmla="*/ 1361873 h 2736950"/>
              <a:gd name="connsiteX2" fmla="*/ 2400389 w 7159537"/>
              <a:gd name="connsiteY2" fmla="*/ 2055218 h 2736950"/>
              <a:gd name="connsiteX3" fmla="*/ 2395779 w 7159537"/>
              <a:gd name="connsiteY3" fmla="*/ 697619 h 2736950"/>
              <a:gd name="connsiteX4" fmla="*/ 3583939 w 7159537"/>
              <a:gd name="connsiteY4" fmla="*/ 0 h 2736950"/>
              <a:gd name="connsiteX5" fmla="*/ 4775578 w 7159537"/>
              <a:gd name="connsiteY5" fmla="*/ 698321 h 2736950"/>
              <a:gd name="connsiteX6" fmla="*/ 4767236 w 7159537"/>
              <a:gd name="connsiteY6" fmla="*/ 2052536 h 2736950"/>
              <a:gd name="connsiteX7" fmla="*/ 5979033 w 7159537"/>
              <a:gd name="connsiteY7" fmla="*/ 2736950 h 2736950"/>
              <a:gd name="connsiteX8" fmla="*/ 7159537 w 7159537"/>
              <a:gd name="connsiteY8" fmla="*/ 2052536 h 2736950"/>
              <a:gd name="connsiteX0" fmla="*/ 0 w 7149809"/>
              <a:gd name="connsiteY0" fmla="*/ 2071991 h 2736950"/>
              <a:gd name="connsiteX1" fmla="*/ 1197888 w 7149809"/>
              <a:gd name="connsiteY1" fmla="*/ 1361873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22208 w 7149809"/>
              <a:gd name="connsiteY1" fmla="*/ 1357009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7344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212480 w 7149809"/>
              <a:gd name="connsiteY1" fmla="*/ 137646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6585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582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5253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49809"/>
              <a:gd name="connsiteY0" fmla="*/ 2071991 h 2736950"/>
              <a:gd name="connsiteX1" fmla="*/ 1194700 w 7149809"/>
              <a:gd name="connsiteY1" fmla="*/ 1371385 h 2736950"/>
              <a:gd name="connsiteX2" fmla="*/ 2390661 w 7149809"/>
              <a:gd name="connsiteY2" fmla="*/ 2055218 h 2736950"/>
              <a:gd name="connsiteX3" fmla="*/ 2386051 w 7149809"/>
              <a:gd name="connsiteY3" fmla="*/ 697619 h 2736950"/>
              <a:gd name="connsiteX4" fmla="*/ 3574211 w 7149809"/>
              <a:gd name="connsiteY4" fmla="*/ 0 h 2736950"/>
              <a:gd name="connsiteX5" fmla="*/ 4770930 w 7149809"/>
              <a:gd name="connsiteY5" fmla="*/ 698321 h 2736950"/>
              <a:gd name="connsiteX6" fmla="*/ 4757508 w 7149809"/>
              <a:gd name="connsiteY6" fmla="*/ 2047456 h 2736950"/>
              <a:gd name="connsiteX7" fmla="*/ 5969305 w 7149809"/>
              <a:gd name="connsiteY7" fmla="*/ 2736950 h 2736950"/>
              <a:gd name="connsiteX8" fmla="*/ 7149809 w 7149809"/>
              <a:gd name="connsiteY8" fmla="*/ 2052536 h 2736950"/>
              <a:gd name="connsiteX0" fmla="*/ 0 w 7152768"/>
              <a:gd name="connsiteY0" fmla="*/ 2063113 h 2736950"/>
              <a:gd name="connsiteX1" fmla="*/ 1197659 w 7152768"/>
              <a:gd name="connsiteY1" fmla="*/ 1371385 h 2736950"/>
              <a:gd name="connsiteX2" fmla="*/ 2393620 w 7152768"/>
              <a:gd name="connsiteY2" fmla="*/ 2055218 h 2736950"/>
              <a:gd name="connsiteX3" fmla="*/ 2389010 w 7152768"/>
              <a:gd name="connsiteY3" fmla="*/ 697619 h 2736950"/>
              <a:gd name="connsiteX4" fmla="*/ 3577170 w 7152768"/>
              <a:gd name="connsiteY4" fmla="*/ 0 h 2736950"/>
              <a:gd name="connsiteX5" fmla="*/ 4773889 w 7152768"/>
              <a:gd name="connsiteY5" fmla="*/ 698321 h 2736950"/>
              <a:gd name="connsiteX6" fmla="*/ 4760467 w 7152768"/>
              <a:gd name="connsiteY6" fmla="*/ 2047456 h 2736950"/>
              <a:gd name="connsiteX7" fmla="*/ 5972264 w 7152768"/>
              <a:gd name="connsiteY7" fmla="*/ 2736950 h 2736950"/>
              <a:gd name="connsiteX8" fmla="*/ 7152768 w 7152768"/>
              <a:gd name="connsiteY8" fmla="*/ 2052536 h 2736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52768" h="2736950">
                <a:moveTo>
                  <a:pt x="0" y="2063113"/>
                </a:moveTo>
                <a:cubicBezTo>
                  <a:pt x="405781" y="1831271"/>
                  <a:pt x="752967" y="1616359"/>
                  <a:pt x="1197659" y="1371385"/>
                </a:cubicBezTo>
                <a:lnTo>
                  <a:pt x="2393620" y="2055218"/>
                </a:lnTo>
                <a:cubicBezTo>
                  <a:pt x="2396863" y="1599639"/>
                  <a:pt x="2385767" y="1153198"/>
                  <a:pt x="2389010" y="697619"/>
                </a:cubicBezTo>
                <a:lnTo>
                  <a:pt x="3577170" y="0"/>
                </a:lnTo>
                <a:lnTo>
                  <a:pt x="4773889" y="698321"/>
                </a:lnTo>
                <a:cubicBezTo>
                  <a:pt x="4772268" y="1155521"/>
                  <a:pt x="4762088" y="1590256"/>
                  <a:pt x="4760467" y="2047456"/>
                </a:cubicBezTo>
                <a:lnTo>
                  <a:pt x="5972264" y="2736950"/>
                </a:lnTo>
                <a:lnTo>
                  <a:pt x="7152768" y="2052536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2" name="Freeform: Shape 31">
            <a:extLst>
              <a:ext uri="{FF2B5EF4-FFF2-40B4-BE49-F238E27FC236}">
                <a16:creationId xmlns:a16="http://schemas.microsoft.com/office/drawing/2014/main" id="{274DD645-8640-45D5-9B60-F31EC01D3CC0}"/>
              </a:ext>
            </a:extLst>
          </p:cNvPr>
          <p:cNvSpPr/>
          <p:nvPr userDrawn="1"/>
        </p:nvSpPr>
        <p:spPr>
          <a:xfrm>
            <a:off x="8440979" y="1677475"/>
            <a:ext cx="2373549" cy="2062264"/>
          </a:xfrm>
          <a:custGeom>
            <a:avLst/>
            <a:gdLst>
              <a:gd name="connsiteX0" fmla="*/ 2373549 w 2373549"/>
              <a:gd name="connsiteY0" fmla="*/ 680936 h 2062264"/>
              <a:gd name="connsiteX1" fmla="*/ 1186774 w 2373549"/>
              <a:gd name="connsiteY1" fmla="*/ 0 h 2062264"/>
              <a:gd name="connsiteX2" fmla="*/ 0 w 2373549"/>
              <a:gd name="connsiteY2" fmla="*/ 690664 h 2062264"/>
              <a:gd name="connsiteX3" fmla="*/ 0 w 2373549"/>
              <a:gd name="connsiteY3" fmla="*/ 2062264 h 2062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73549" h="2062264">
                <a:moveTo>
                  <a:pt x="2373549" y="680936"/>
                </a:moveTo>
                <a:lnTo>
                  <a:pt x="1186774" y="0"/>
                </a:lnTo>
                <a:lnTo>
                  <a:pt x="0" y="690664"/>
                </a:lnTo>
                <a:lnTo>
                  <a:pt x="0" y="2062264"/>
                </a:lnTo>
              </a:path>
            </a:pathLst>
          </a:custGeom>
          <a:noFill/>
          <a:ln w="38100" cap="flat" cmpd="sng" algn="ctr">
            <a:solidFill>
              <a:schemeClr val="accent6">
                <a:lumMod val="10000"/>
                <a:lumOff val="90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3" name="Freeform: Shape 34">
            <a:extLst>
              <a:ext uri="{FF2B5EF4-FFF2-40B4-BE49-F238E27FC236}">
                <a16:creationId xmlns:a16="http://schemas.microsoft.com/office/drawing/2014/main" id="{71C09F09-7119-47FD-8E60-E4A92C9A3119}"/>
              </a:ext>
            </a:extLst>
          </p:cNvPr>
          <p:cNvSpPr/>
          <p:nvPr userDrawn="1"/>
        </p:nvSpPr>
        <p:spPr>
          <a:xfrm flipH="1">
            <a:off x="10715501" y="2243467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4" name="Freeform: Shape 45">
            <a:extLst>
              <a:ext uri="{FF2B5EF4-FFF2-40B4-BE49-F238E27FC236}">
                <a16:creationId xmlns:a16="http://schemas.microsoft.com/office/drawing/2014/main" id="{E99BCE04-19B9-4541-925F-AC59CF760E7F}"/>
              </a:ext>
            </a:extLst>
          </p:cNvPr>
          <p:cNvSpPr/>
          <p:nvPr userDrawn="1"/>
        </p:nvSpPr>
        <p:spPr>
          <a:xfrm flipH="1">
            <a:off x="9534557" y="1571099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5" name="Freeform: Shape 46">
            <a:extLst>
              <a:ext uri="{FF2B5EF4-FFF2-40B4-BE49-F238E27FC236}">
                <a16:creationId xmlns:a16="http://schemas.microsoft.com/office/drawing/2014/main" id="{F2B610BB-26F6-44A5-B7DB-CEEDCAE916ED}"/>
              </a:ext>
            </a:extLst>
          </p:cNvPr>
          <p:cNvSpPr/>
          <p:nvPr userDrawn="1"/>
        </p:nvSpPr>
        <p:spPr>
          <a:xfrm flipH="1">
            <a:off x="8328171" y="2258376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6" name="Freeform: Shape 47">
            <a:extLst>
              <a:ext uri="{FF2B5EF4-FFF2-40B4-BE49-F238E27FC236}">
                <a16:creationId xmlns:a16="http://schemas.microsoft.com/office/drawing/2014/main" id="{C979636C-DE09-47B7-8972-BAE28DFA91DF}"/>
              </a:ext>
            </a:extLst>
          </p:cNvPr>
          <p:cNvSpPr/>
          <p:nvPr userDrawn="1"/>
        </p:nvSpPr>
        <p:spPr>
          <a:xfrm flipH="1">
            <a:off x="8333460" y="361085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7" name="Freeform: Shape 48">
            <a:extLst>
              <a:ext uri="{FF2B5EF4-FFF2-40B4-BE49-F238E27FC236}">
                <a16:creationId xmlns:a16="http://schemas.microsoft.com/office/drawing/2014/main" id="{01B12467-C508-4D89-94B3-6D23C6199703}"/>
              </a:ext>
            </a:extLst>
          </p:cNvPr>
          <p:cNvSpPr/>
          <p:nvPr userDrawn="1"/>
        </p:nvSpPr>
        <p:spPr>
          <a:xfrm flipH="1">
            <a:off x="7146016" y="429086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8" name="Freeform: Shape 49">
            <a:extLst>
              <a:ext uri="{FF2B5EF4-FFF2-40B4-BE49-F238E27FC236}">
                <a16:creationId xmlns:a16="http://schemas.microsoft.com/office/drawing/2014/main" id="{9EA72422-90A8-454F-8133-112CD2B85BEA}"/>
              </a:ext>
            </a:extLst>
          </p:cNvPr>
          <p:cNvSpPr/>
          <p:nvPr userDrawn="1"/>
        </p:nvSpPr>
        <p:spPr>
          <a:xfrm flipH="1">
            <a:off x="5937847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79" name="Freeform: Shape 50">
            <a:extLst>
              <a:ext uri="{FF2B5EF4-FFF2-40B4-BE49-F238E27FC236}">
                <a16:creationId xmlns:a16="http://schemas.microsoft.com/office/drawing/2014/main" id="{3C67727D-D0D9-4CA6-99EE-0B89D465A706}"/>
              </a:ext>
            </a:extLst>
          </p:cNvPr>
          <p:cNvSpPr/>
          <p:nvPr userDrawn="1"/>
        </p:nvSpPr>
        <p:spPr>
          <a:xfrm flipH="1">
            <a:off x="5951993" y="225130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0" name="Freeform: Shape 51">
            <a:extLst>
              <a:ext uri="{FF2B5EF4-FFF2-40B4-BE49-F238E27FC236}">
                <a16:creationId xmlns:a16="http://schemas.microsoft.com/office/drawing/2014/main" id="{C88A67D0-B01F-4CC8-B248-2CF85911F456}"/>
              </a:ext>
            </a:extLst>
          </p:cNvPr>
          <p:cNvSpPr/>
          <p:nvPr userDrawn="1"/>
        </p:nvSpPr>
        <p:spPr>
          <a:xfrm flipH="1">
            <a:off x="4778156" y="1565771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1" name="Freeform: Shape 52">
            <a:extLst>
              <a:ext uri="{FF2B5EF4-FFF2-40B4-BE49-F238E27FC236}">
                <a16:creationId xmlns:a16="http://schemas.microsoft.com/office/drawing/2014/main" id="{DBF6CA39-E979-4287-833E-20A9B455F7D6}"/>
              </a:ext>
            </a:extLst>
          </p:cNvPr>
          <p:cNvSpPr/>
          <p:nvPr userDrawn="1"/>
        </p:nvSpPr>
        <p:spPr>
          <a:xfrm flipH="1">
            <a:off x="3565843" y="2247823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2" name="Freeform: Shape 53">
            <a:extLst>
              <a:ext uri="{FF2B5EF4-FFF2-40B4-BE49-F238E27FC236}">
                <a16:creationId xmlns:a16="http://schemas.microsoft.com/office/drawing/2014/main" id="{9EAA4E60-7510-4920-A426-5630491CFAC2}"/>
              </a:ext>
            </a:extLst>
          </p:cNvPr>
          <p:cNvSpPr/>
          <p:nvPr userDrawn="1"/>
        </p:nvSpPr>
        <p:spPr>
          <a:xfrm flipH="1">
            <a:off x="3565952" y="361339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3" name="Freeform: Shape 54">
            <a:extLst>
              <a:ext uri="{FF2B5EF4-FFF2-40B4-BE49-F238E27FC236}">
                <a16:creationId xmlns:a16="http://schemas.microsoft.com/office/drawing/2014/main" id="{322F7ECD-1942-42EE-B5E0-FC1E0206BFFD}"/>
              </a:ext>
            </a:extLst>
          </p:cNvPr>
          <p:cNvSpPr/>
          <p:nvPr userDrawn="1"/>
        </p:nvSpPr>
        <p:spPr>
          <a:xfrm flipH="1">
            <a:off x="2386318" y="2962784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4" name="Freeform: Shape 55">
            <a:extLst>
              <a:ext uri="{FF2B5EF4-FFF2-40B4-BE49-F238E27FC236}">
                <a16:creationId xmlns:a16="http://schemas.microsoft.com/office/drawing/2014/main" id="{2465D6BD-72DA-4C13-97C2-7CF8D7F2F0C4}"/>
              </a:ext>
            </a:extLst>
          </p:cNvPr>
          <p:cNvSpPr/>
          <p:nvPr userDrawn="1"/>
        </p:nvSpPr>
        <p:spPr>
          <a:xfrm flipH="1">
            <a:off x="1190302" y="3612210"/>
            <a:ext cx="204312" cy="23646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85" name="Content placeholder 47" descr="Click icon to add picture">
            <a:extLst>
              <a:ext uri="{FF2B5EF4-FFF2-40B4-BE49-F238E27FC236}">
                <a16:creationId xmlns:a16="http://schemas.microsoft.com/office/drawing/2014/main" id="{E7C6BEEA-1766-44A1-A28D-2E817DBF226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07136" y="386500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86" name="Content placeholder 47">
            <a:extLst>
              <a:ext uri="{FF2B5EF4-FFF2-40B4-BE49-F238E27FC236}">
                <a16:creationId xmlns:a16="http://schemas.microsoft.com/office/drawing/2014/main" id="{597D4D7A-8D7E-492C-8795-D491CF53B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07136" y="444707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87" name="Content placeholder 47" descr="Click icon to add picture">
            <a:extLst>
              <a:ext uri="{FF2B5EF4-FFF2-40B4-BE49-F238E27FC236}">
                <a16:creationId xmlns:a16="http://schemas.microsoft.com/office/drawing/2014/main" id="{A7396594-2DE7-4DB9-B6B4-92F63F06EFC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889942" y="235564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88" name="Content placeholder 47">
            <a:extLst>
              <a:ext uri="{FF2B5EF4-FFF2-40B4-BE49-F238E27FC236}">
                <a16:creationId xmlns:a16="http://schemas.microsoft.com/office/drawing/2014/main" id="{CC680CF7-ED60-4FFF-B04E-B24ECDDD351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889942" y="293771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89" name="Content placeholder 47" descr="Click icon to add picture">
            <a:extLst>
              <a:ext uri="{FF2B5EF4-FFF2-40B4-BE49-F238E27FC236}">
                <a16:creationId xmlns:a16="http://schemas.microsoft.com/office/drawing/2014/main" id="{042E6E66-3835-45DF-80D9-C4AFDF3401F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07230" y="4469081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0" name="Content placeholder 47">
            <a:extLst>
              <a:ext uri="{FF2B5EF4-FFF2-40B4-BE49-F238E27FC236}">
                <a16:creationId xmlns:a16="http://schemas.microsoft.com/office/drawing/2014/main" id="{A6E85C70-1784-4A0C-8897-EDE98D39BC0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07230" y="5051157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91" name="Content placeholder 47" descr="Click icon to add picture">
            <a:extLst>
              <a:ext uri="{FF2B5EF4-FFF2-40B4-BE49-F238E27FC236}">
                <a16:creationId xmlns:a16="http://schemas.microsoft.com/office/drawing/2014/main" id="{4CD55BC2-05D0-49CB-B0A5-C96ACB411B5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501941" y="4469081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2" name="Content placeholder 47">
            <a:extLst>
              <a:ext uri="{FF2B5EF4-FFF2-40B4-BE49-F238E27FC236}">
                <a16:creationId xmlns:a16="http://schemas.microsoft.com/office/drawing/2014/main" id="{49DB7120-2F2C-4F89-AA8C-ABC4F3FF25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01941" y="5051157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93" name="Content placeholder 47" descr="Click icon to add picture">
            <a:extLst>
              <a:ext uri="{FF2B5EF4-FFF2-40B4-BE49-F238E27FC236}">
                <a16:creationId xmlns:a16="http://schemas.microsoft.com/office/drawing/2014/main" id="{AEB1F7BA-7D83-4C23-A72B-82DF9377E9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734718" y="2355643"/>
            <a:ext cx="1877575" cy="506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94" name="Content placeholder 47">
            <a:extLst>
              <a:ext uri="{FF2B5EF4-FFF2-40B4-BE49-F238E27FC236}">
                <a16:creationId xmlns:a16="http://schemas.microsoft.com/office/drawing/2014/main" id="{7C32F3EB-1AC3-40E9-B66D-ADB19CC74F0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734718" y="2937719"/>
            <a:ext cx="1877575" cy="50639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lang="en-US" altLang="zh-CN" sz="1400" b="0" kern="1200" dirty="0">
                <a:solidFill>
                  <a:schemeClr val="accent6"/>
                </a:solidFill>
                <a:latin typeface="+mn-lt"/>
                <a:ea typeface="+mj-ea"/>
                <a:cs typeface="+mn-cs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altLang="zh-CN" dirty="0"/>
              <a:t>Click to edit Master text styles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7E7569-B8BF-39D0-D742-EF98B83E4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914" y="726705"/>
            <a:ext cx="10515600" cy="1205058"/>
          </a:xfrm>
        </p:spPr>
        <p:txBody>
          <a:bodyPr anchor="t">
            <a:noAutofit/>
          </a:bodyPr>
          <a:lstStyle>
            <a:lvl1pPr algn="l"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C159C7-D006-5B5F-1FEA-689C432B8C8C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EBABD-E264-2C96-1139-289A712F35B7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908809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 flipH="1">
            <a:off x="769290" y="491100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 flipH="1">
            <a:off x="783145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 flipH="1">
            <a:off x="0" y="3709992"/>
            <a:ext cx="115794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1" name="Subtitle 47" descr="Click icon to add picture">
            <a:extLst>
              <a:ext uri="{FF2B5EF4-FFF2-40B4-BE49-F238E27FC236}">
                <a16:creationId xmlns:a16="http://schemas.microsoft.com/office/drawing/2014/main" id="{0C7786BA-5E56-47AA-AE47-4EC07A0D4FA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50705" y="3625598"/>
            <a:ext cx="2653545" cy="58796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3" name="Content placeholder 47">
            <a:extLst>
              <a:ext uri="{FF2B5EF4-FFF2-40B4-BE49-F238E27FC236}">
                <a16:creationId xmlns:a16="http://schemas.microsoft.com/office/drawing/2014/main" id="{880214CF-87DD-476A-9B2E-A58DB313A6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550705" y="4246516"/>
            <a:ext cx="2653545" cy="17271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37" name="Picture placeholder">
            <a:extLst>
              <a:ext uri="{FF2B5EF4-FFF2-40B4-BE49-F238E27FC236}">
                <a16:creationId xmlns:a16="http://schemas.microsoft.com/office/drawing/2014/main" id="{264CF63C-079E-41AA-AA9A-762A765E699F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1788170" y="2296125"/>
            <a:ext cx="1886360" cy="214466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0704" y="1690878"/>
            <a:ext cx="6599429" cy="1325563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ubtitle 47" descr="Click icon to add picture">
            <a:extLst>
              <a:ext uri="{FF2B5EF4-FFF2-40B4-BE49-F238E27FC236}">
                <a16:creationId xmlns:a16="http://schemas.microsoft.com/office/drawing/2014/main" id="{3C2C4001-E56F-4174-01AA-4630360BFF4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811506" y="3625598"/>
            <a:ext cx="2653545" cy="587964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02DFC856-C546-62E9-220F-7A668D34905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11506" y="4246516"/>
            <a:ext cx="2653545" cy="17271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946AB17-3782-8412-C51A-DE10A0637453}"/>
              </a:ext>
            </a:extLst>
          </p:cNvPr>
          <p:cNvSpPr/>
          <p:nvPr userDrawn="1"/>
        </p:nvSpPr>
        <p:spPr>
          <a:xfrm>
            <a:off x="0" y="2860787"/>
            <a:ext cx="2361029" cy="3676532"/>
          </a:xfrm>
          <a:custGeom>
            <a:avLst/>
            <a:gdLst>
              <a:gd name="connsiteX0" fmla="*/ 773997 w 2361029"/>
              <a:gd name="connsiteY0" fmla="*/ 0 h 3676532"/>
              <a:gd name="connsiteX1" fmla="*/ 2361029 w 2361029"/>
              <a:gd name="connsiteY1" fmla="*/ 925683 h 3676532"/>
              <a:gd name="connsiteX2" fmla="*/ 2361029 w 2361029"/>
              <a:gd name="connsiteY2" fmla="*/ 2763949 h 3676532"/>
              <a:gd name="connsiteX3" fmla="*/ 769661 w 2361029"/>
              <a:gd name="connsiteY3" fmla="*/ 3676532 h 3676532"/>
              <a:gd name="connsiteX4" fmla="*/ 0 w 2361029"/>
              <a:gd name="connsiteY4" fmla="*/ 3234717 h 3676532"/>
              <a:gd name="connsiteX5" fmla="*/ 0 w 2361029"/>
              <a:gd name="connsiteY5" fmla="*/ 44688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61029" h="3676532">
                <a:moveTo>
                  <a:pt x="773997" y="0"/>
                </a:moveTo>
                <a:lnTo>
                  <a:pt x="2361029" y="925683"/>
                </a:lnTo>
                <a:lnTo>
                  <a:pt x="2361029" y="2763949"/>
                </a:lnTo>
                <a:lnTo>
                  <a:pt x="769661" y="3676532"/>
                </a:lnTo>
                <a:lnTo>
                  <a:pt x="0" y="3234717"/>
                </a:lnTo>
                <a:lnTo>
                  <a:pt x="0" y="446885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1014233" y="5253270"/>
            <a:ext cx="1710765" cy="1593273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2" name="Content Placeholder 47" descr="Click icon to add picture">
            <a:extLst>
              <a:ext uri="{FF2B5EF4-FFF2-40B4-BE49-F238E27FC236}">
                <a16:creationId xmlns:a16="http://schemas.microsoft.com/office/drawing/2014/main" id="{95ADF367-2619-4E00-AB82-8FFF41D0E5C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71609" y="1025236"/>
            <a:ext cx="5162709" cy="42068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3" name="Content Placeholder 47">
            <a:extLst>
              <a:ext uri="{FF2B5EF4-FFF2-40B4-BE49-F238E27FC236}">
                <a16:creationId xmlns:a16="http://schemas.microsoft.com/office/drawing/2014/main" id="{8CEB04CE-793E-47B4-8D80-9B82864F2CD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71608" y="1469069"/>
            <a:ext cx="5162709" cy="150616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4" name="Content Placeholder 47" descr="Click icon to add picture">
            <a:extLst>
              <a:ext uri="{FF2B5EF4-FFF2-40B4-BE49-F238E27FC236}">
                <a16:creationId xmlns:a16="http://schemas.microsoft.com/office/drawing/2014/main" id="{067BF8FD-2643-4122-BE3E-63F413244EC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71609" y="2984685"/>
            <a:ext cx="5162709" cy="42068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6" name="Content Placeholder 47" descr="Click icon to add picture">
            <a:extLst>
              <a:ext uri="{FF2B5EF4-FFF2-40B4-BE49-F238E27FC236}">
                <a16:creationId xmlns:a16="http://schemas.microsoft.com/office/drawing/2014/main" id="{02260D10-FEA1-48A7-B544-FAEEAECF5DE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71607" y="4597473"/>
            <a:ext cx="5162709" cy="42139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accent6"/>
                </a:solidFill>
                <a:latin typeface="+mn-lt"/>
                <a:cs typeface="Posterama" panose="020B0504020200020000" pitchFamily="34" charset="0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0" name="Content Placeholder 47">
            <a:extLst>
              <a:ext uri="{FF2B5EF4-FFF2-40B4-BE49-F238E27FC236}">
                <a16:creationId xmlns:a16="http://schemas.microsoft.com/office/drawing/2014/main" id="{64584B30-8BCF-4D75-8A6C-FD82347CC7B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71608" y="3419684"/>
            <a:ext cx="5162709" cy="117778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A4A25056-27FA-4039-ACFA-6624F778712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71608" y="5041922"/>
            <a:ext cx="5162709" cy="163593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631891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665" y="707105"/>
            <a:ext cx="3994173" cy="2277580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53E8C9F-CD73-30CD-1F24-20F2E6149D58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734172" y="1141669"/>
            <a:ext cx="507778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CE61E189-349E-0076-EA43-7BCB6E24CE8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4724705" y="3105650"/>
            <a:ext cx="536270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68B04572-5D47-C3DF-CDEA-15EC646EA8FE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4714069" y="4716041"/>
            <a:ext cx="536270" cy="565882"/>
          </a:xfrm>
        </p:spPr>
        <p:txBody>
          <a:bodyPr lIns="0" rIns="0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800">
                <a:solidFill>
                  <a:schemeClr val="accent6"/>
                </a:solidFill>
                <a:latin typeface="Abadi" panose="020B0604020104020204" pitchFamily="34" charset="0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47">
            <a:extLst>
              <a:ext uri="{FF2B5EF4-FFF2-40B4-BE49-F238E27FC236}">
                <a16:creationId xmlns:a16="http://schemas.microsoft.com/office/drawing/2014/main" id="{3EDD8D3E-653B-4A9E-9868-3B013A65FE9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ln w="19050">
            <a:noFill/>
          </a:ln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zh-CN" altLang="en-US"/>
          </a:p>
        </p:txBody>
      </p:sp>
      <p:sp>
        <p:nvSpPr>
          <p:cNvPr id="18" name="Content Placeholder 47">
            <a:extLst>
              <a:ext uri="{FF2B5EF4-FFF2-40B4-BE49-F238E27FC236}">
                <a16:creationId xmlns:a16="http://schemas.microsoft.com/office/drawing/2014/main" id="{DD4E6A9F-7400-917B-6A6B-6BAB445E85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7427" y="3253120"/>
            <a:ext cx="4959822" cy="200715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500" b="0">
                <a:solidFill>
                  <a:schemeClr val="accent6"/>
                </a:solidFill>
                <a:latin typeface="+mn-lt"/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text styles </a:t>
            </a:r>
          </a:p>
        </p:txBody>
      </p:sp>
      <p:sp>
        <p:nvSpPr>
          <p:cNvPr id="19" name="Freeform: Shape 25">
            <a:extLst>
              <a:ext uri="{FF2B5EF4-FFF2-40B4-BE49-F238E27FC236}">
                <a16:creationId xmlns:a16="http://schemas.microsoft.com/office/drawing/2014/main" id="{D7BBD3E8-D5DD-C21F-3792-4880373CCDCC}"/>
              </a:ext>
            </a:extLst>
          </p:cNvPr>
          <p:cNvSpPr/>
          <p:nvPr userDrawn="1"/>
        </p:nvSpPr>
        <p:spPr>
          <a:xfrm flipH="1">
            <a:off x="7400972" y="4508725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0" name="Freeform: Shape 11">
            <a:extLst>
              <a:ext uri="{FF2B5EF4-FFF2-40B4-BE49-F238E27FC236}">
                <a16:creationId xmlns:a16="http://schemas.microsoft.com/office/drawing/2014/main" id="{FC461D80-0CAC-62E5-726A-63B48BEF3F25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944167-AFE9-AE61-AF44-B9AEE24D1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427" y="2497488"/>
            <a:ext cx="9823998" cy="1325563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7268D53-92DA-7335-4DAB-83485CAF3FE9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9FCB16-3643-AB04-D20E-A14FFE07F67C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132766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solidFill>
            <a:schemeClr val="accent6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28" name="Content Placeholder 47">
            <a:extLst>
              <a:ext uri="{FF2B5EF4-FFF2-40B4-BE49-F238E27FC236}">
                <a16:creationId xmlns:a16="http://schemas.microsoft.com/office/drawing/2014/main" id="{073CD90F-1E45-47EC-B558-D5F638F5FE6F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2754948" y="250209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altLang="zh-CN" dirty="0"/>
          </a:p>
        </p:txBody>
      </p:sp>
      <p:sp>
        <p:nvSpPr>
          <p:cNvPr id="29" name="Content Placeholder 47">
            <a:extLst>
              <a:ext uri="{FF2B5EF4-FFF2-40B4-BE49-F238E27FC236}">
                <a16:creationId xmlns:a16="http://schemas.microsoft.com/office/drawing/2014/main" id="{9A501203-35D0-41A5-A2A4-9F05FAB495C4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391110" y="2493385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altLang="zh-CN" dirty="0"/>
          </a:p>
        </p:txBody>
      </p:sp>
      <p:sp>
        <p:nvSpPr>
          <p:cNvPr id="30" name="Content Placeholder 47">
            <a:extLst>
              <a:ext uri="{FF2B5EF4-FFF2-40B4-BE49-F238E27FC236}">
                <a16:creationId xmlns:a16="http://schemas.microsoft.com/office/drawing/2014/main" id="{1FA62038-8BB7-45FD-896E-34738A5578BD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5151412" y="5238680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altLang="zh-CN" dirty="0"/>
          </a:p>
        </p:txBody>
      </p:sp>
      <p:sp>
        <p:nvSpPr>
          <p:cNvPr id="31" name="Content Placeholder 47">
            <a:extLst>
              <a:ext uri="{FF2B5EF4-FFF2-40B4-BE49-F238E27FC236}">
                <a16:creationId xmlns:a16="http://schemas.microsoft.com/office/drawing/2014/main" id="{9A7E0EE6-5885-489B-81A9-65DBC0016938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948599" y="3194928"/>
            <a:ext cx="1465840" cy="1289394"/>
          </a:xfrm>
          <a:prstGeom prst="hexagon">
            <a:avLst>
              <a:gd name="adj" fmla="val 28349"/>
              <a:gd name="vf" fmla="val 115470"/>
            </a:avLst>
          </a:prstGeom>
          <a:ln w="12700">
            <a:noFill/>
          </a:ln>
        </p:spPr>
        <p:txBody>
          <a:bodyPr>
            <a:noAutofit/>
          </a:bodyPr>
          <a:lstStyle>
            <a:lvl1pPr marL="0" indent="0" algn="l">
              <a:buFontTx/>
              <a:buNone/>
              <a:defRPr sz="1050">
                <a:solidFill>
                  <a:schemeClr val="accent6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altLang="zh-CN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3093990"/>
            <a:ext cx="3034145" cy="187979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accent6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dirty="0"/>
              <a:t>Click to edit Master title style 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1703538"/>
            <a:ext cx="5055698" cy="1325563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6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52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8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83" y="2005913"/>
            <a:ext cx="6025914" cy="205744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551864" y="4333229"/>
            <a:ext cx="2054936" cy="70613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Mahesh Mangali</a:t>
            </a:r>
          </a:p>
        </p:txBody>
      </p:sp>
      <p:pic>
        <p:nvPicPr>
          <p:cNvPr id="30" name="Picture placeholder 29" descr="People in an office discussing work over a laptop&#10;">
            <a:extLst>
              <a:ext uri="{FF2B5EF4-FFF2-40B4-BE49-F238E27FC236}">
                <a16:creationId xmlns:a16="http://schemas.microsoft.com/office/drawing/2014/main" id="{18C88B4D-F554-49C2-A23C-DFE94D4C835B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75" r="1875"/>
          <a:stretch/>
        </p:blipFill>
        <p:spPr>
          <a:xfrm>
            <a:off x="6742557" y="821836"/>
            <a:ext cx="4405503" cy="5066346"/>
          </a:xfrm>
        </p:spPr>
      </p:pic>
      <p:sp>
        <p:nvSpPr>
          <p:cNvPr id="14" name="Freeform: Shape 11">
            <a:extLst>
              <a:ext uri="{FF2B5EF4-FFF2-40B4-BE49-F238E27FC236}">
                <a16:creationId xmlns:a16="http://schemas.microsoft.com/office/drawing/2014/main" id="{E5D4DE6D-89C8-6FFF-287D-3F3BAD416C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74436" y="3694919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  <a:alpha val="50196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04" y="1152308"/>
            <a:ext cx="5117162" cy="132556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Overview: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4632" y="3203836"/>
            <a:ext cx="5395480" cy="1294530"/>
          </a:xfrm>
        </p:spPr>
        <p:txBody>
          <a:bodyPr/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 a time-series forecasting model to predict Apple’s stock price for the next 30 days.</a:t>
            </a:r>
            <a:endParaRPr lang="en-IN" sz="20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01EC1F-42C9-66C4-9D49-F6AF79D5BE91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>
          <a:xfrm>
            <a:off x="0" y="6492875"/>
            <a:ext cx="41148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  <p:pic>
        <p:nvPicPr>
          <p:cNvPr id="12" name="Picture Placeholder 11" descr="People around a table on their laptops">
            <a:extLst>
              <a:ext uri="{FF2B5EF4-FFF2-40B4-BE49-F238E27FC236}">
                <a16:creationId xmlns:a16="http://schemas.microsoft.com/office/drawing/2014/main" id="{8C4B5C6A-45B4-1976-622A-4CEB4E3211BC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65266" y="0"/>
            <a:ext cx="5626734" cy="6858000"/>
          </a:xfr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767F8-4670-E83D-85F4-1446B8B9D466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US" altLang="zh-CN" smtClean="0"/>
              <a:pPr/>
              <a:t>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5DF64211-DCD8-B458-DBD2-EBDA7AE33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952" y="733547"/>
            <a:ext cx="4253399" cy="1740114"/>
          </a:xfrm>
        </p:spPr>
        <p:txBody>
          <a:bodyPr/>
          <a:lstStyle/>
          <a:p>
            <a:r>
              <a:rPr lang="en-US" altLang="zh-C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Agenda 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EA3BB9-F064-CFBE-C0BE-BB7A22A4DCF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8024C77-A2F8-1ABA-5412-E6BB88B5FA1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75472" y="1076241"/>
            <a:ext cx="1904890" cy="105472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EDA and Data Preprocessing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41202DB-E499-EB19-8A48-A3301DA59ED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5402852-C1AD-6A4E-DAA7-0AE582A742F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Building &amp; Evaluation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BF1D337-2A3C-A0FB-A6CD-5E4B9D6DFD9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</a:t>
            </a:r>
          </a:p>
        </p:txBody>
      </p:sp>
      <p:sp>
        <p:nvSpPr>
          <p:cNvPr id="21" name="Footer Placeholder 19">
            <a:extLst>
              <a:ext uri="{FF2B5EF4-FFF2-40B4-BE49-F238E27FC236}">
                <a16:creationId xmlns:a16="http://schemas.microsoft.com/office/drawing/2014/main" id="{A6E539FA-B60E-5585-524F-1BFA8C5B3E2F}"/>
              </a:ext>
            </a:extLst>
          </p:cNvPr>
          <p:cNvSpPr txBox="1">
            <a:spLocks/>
          </p:cNvSpPr>
          <p:nvPr/>
        </p:nvSpPr>
        <p:spPr>
          <a:xfrm>
            <a:off x="486699" y="6085719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Title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6D0CF6-7418-9349-F7A8-045EA96B2D03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>
          <a:xfrm>
            <a:off x="0" y="6492875"/>
            <a:ext cx="41148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E681AB-301C-4DC8-7FBD-FAA2CC6606AE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3</a:t>
            </a:fld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5535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13663CA-BA5A-41E7-1FBE-D38846DFE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7264" y="814059"/>
            <a:ext cx="4518122" cy="577237"/>
          </a:xfrm>
        </p:spPr>
        <p:txBody>
          <a:bodyPr/>
          <a:lstStyle/>
          <a:p>
            <a:r>
              <a:rPr lang="en-US" sz="3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 Overview: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2CEC6EF-006F-693B-5D79-47FD797CB22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594550" y="2357732"/>
            <a:ext cx="4672693" cy="1404039"/>
          </a:xfrm>
        </p:spPr>
        <p:txBody>
          <a:bodyPr/>
          <a:lstStyle/>
          <a:p>
            <a:r>
              <a:rPr lang="en-US" sz="1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Columns: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Open, High, Low, Close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Volume</a:t>
            </a: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610345-FF40-D90A-5C88-A462A10E487B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>
          <a:xfrm>
            <a:off x="0" y="6492875"/>
            <a:ext cx="41148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  <a:endParaRPr lang="en-US" noProof="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1C7500-E032-DBB5-A780-8247E3B7367B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4</a:t>
            </a:fld>
            <a:endParaRPr lang="en-US" altLang="zh-CN" noProof="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E6EA0DE-6714-C1D0-C04C-DBD83E051685}"/>
              </a:ext>
            </a:extLst>
          </p:cNvPr>
          <p:cNvSpPr txBox="1">
            <a:spLocks/>
          </p:cNvSpPr>
          <p:nvPr/>
        </p:nvSpPr>
        <p:spPr>
          <a:xfrm>
            <a:off x="9446930" y="972157"/>
            <a:ext cx="3121187" cy="4950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Period : </a:t>
            </a: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2019 - 2025</a:t>
            </a:r>
          </a:p>
          <a:p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2E245BE7-AA3C-1EE2-C01D-D89545AFE15B}"/>
              </a:ext>
            </a:extLst>
          </p:cNvPr>
          <p:cNvSpPr txBox="1">
            <a:spLocks/>
          </p:cNvSpPr>
          <p:nvPr/>
        </p:nvSpPr>
        <p:spPr>
          <a:xfrm>
            <a:off x="5517264" y="4138842"/>
            <a:ext cx="4672693" cy="140403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n-US" sz="1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Characteristics: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Daily frequency time-series data</a:t>
            </a:r>
          </a:p>
          <a:p>
            <a:pPr marL="457200" indent="-457200" algn="just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volatility and trend patterns</a:t>
            </a: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91CF1C34-7F87-EBC5-88C6-66B61EB021C9}"/>
              </a:ext>
            </a:extLst>
          </p:cNvPr>
          <p:cNvSpPr txBox="1">
            <a:spLocks/>
          </p:cNvSpPr>
          <p:nvPr/>
        </p:nvSpPr>
        <p:spPr>
          <a:xfrm>
            <a:off x="5517264" y="1655712"/>
            <a:ext cx="5490260" cy="4950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8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Source </a:t>
            </a:r>
            <a:r>
              <a:rPr lang="en-US" sz="16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Yahoo Finance (AAPL stock)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778F28-4147-CB84-CF4E-0DB9EE36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843" y="2104840"/>
            <a:ext cx="3576320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BFCCE0B1-9535-3377-9514-8A19A77686DE}"/>
              </a:ext>
            </a:extLst>
          </p:cNvPr>
          <p:cNvSpPr txBox="1"/>
          <p:nvPr/>
        </p:nvSpPr>
        <p:spPr>
          <a:xfrm>
            <a:off x="5362936" y="324090"/>
            <a:ext cx="6829064" cy="76944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Tx/>
              <a:buNone/>
            </a:pPr>
            <a:r>
              <a:rPr lang="en-US" sz="4400" b="1" dirty="0">
                <a:solidFill>
                  <a:schemeClr val="tx2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Exploratory Data Analysis</a:t>
            </a:r>
            <a:endParaRPr lang="en-IN" sz="4400" b="1" dirty="0">
              <a:solidFill>
                <a:schemeClr val="tx2"/>
              </a:solidFill>
              <a:latin typeface="Times New Roman" panose="02020603050405020304" pitchFamily="18" charset="0"/>
              <a:ea typeface="微软雅黑"/>
              <a:cs typeface="Times New Roman" panose="02020603050405020304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CC58FA-C6EB-E3A1-02E8-308A9D22790B}"/>
              </a:ext>
            </a:extLst>
          </p:cNvPr>
          <p:cNvSpPr txBox="1"/>
          <p:nvPr/>
        </p:nvSpPr>
        <p:spPr>
          <a:xfrm>
            <a:off x="5590572" y="1365248"/>
            <a:ext cx="6094070" cy="4993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EDA Performed:</a:t>
            </a: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 plots for close price trend analysis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Seasonal decomposition (trend, seasonality, residuals)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Monthly and quarterly resampling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Outlier detection using IQR method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Stationarity check using ADF test</a:t>
            </a:r>
          </a:p>
          <a:p>
            <a:pPr>
              <a:lnSpc>
                <a:spcPct val="200000"/>
              </a:lnSpc>
              <a:buNone/>
            </a:pP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Insights:</a:t>
            </a: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Long-term upward trend with short-term volatility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Non-stationary behavior in raw close prices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C946A44-F3B9-1AF5-365F-B07853E9A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254907" cy="34290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2847635-7CB2-710F-F2EB-AED46F32B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3428999"/>
            <a:ext cx="5254907" cy="3438073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5D7B3D38-9115-B65B-2999-3F39E19E3A07}"/>
              </a:ext>
            </a:extLst>
          </p:cNvPr>
          <p:cNvSpPr txBox="1"/>
          <p:nvPr/>
        </p:nvSpPr>
        <p:spPr>
          <a:xfrm>
            <a:off x="9357360" y="658100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3AD2D-FDA1-909D-8766-12C2A1292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81A1E9A-2D0A-AD0B-0687-D1C7959C4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423" y="168712"/>
            <a:ext cx="5042057" cy="1306247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</p:txBody>
      </p:sp>
      <p:pic>
        <p:nvPicPr>
          <p:cNvPr id="30" name="Picture placeholder 29" descr="People in an office discussing work over a laptop&#10;">
            <a:extLst>
              <a:ext uri="{FF2B5EF4-FFF2-40B4-BE49-F238E27FC236}">
                <a16:creationId xmlns:a16="http://schemas.microsoft.com/office/drawing/2014/main" id="{244F943E-0F45-2635-C90B-70D7454FB0D8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75" r="1875"/>
          <a:stretch/>
        </p:blipFill>
        <p:spPr>
          <a:xfrm>
            <a:off x="7078823" y="502432"/>
            <a:ext cx="4405503" cy="5066346"/>
          </a:xfrm>
        </p:spPr>
      </p:pic>
      <p:sp>
        <p:nvSpPr>
          <p:cNvPr id="14" name="Freeform: Shape 11">
            <a:extLst>
              <a:ext uri="{FF2B5EF4-FFF2-40B4-BE49-F238E27FC236}">
                <a16:creationId xmlns:a16="http://schemas.microsoft.com/office/drawing/2014/main" id="{70EAC8AD-E078-2C95-5C45-AAA7FD3579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74436" y="3694919"/>
            <a:ext cx="1637958" cy="187385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4">
              <a:lumMod val="60000"/>
              <a:lumOff val="40000"/>
              <a:alpha val="50196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9DCF5E9-160C-0107-8A06-31DFF8E9370B}"/>
              </a:ext>
            </a:extLst>
          </p:cNvPr>
          <p:cNvCxnSpPr>
            <a:cxnSpLocks/>
          </p:cNvCxnSpPr>
          <p:nvPr/>
        </p:nvCxnSpPr>
        <p:spPr>
          <a:xfrm>
            <a:off x="1509395" y="4173855"/>
            <a:ext cx="0" cy="760095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53FBA23-B397-DAD0-6796-B03E5CCEC167}"/>
              </a:ext>
            </a:extLst>
          </p:cNvPr>
          <p:cNvSpPr txBox="1"/>
          <p:nvPr/>
        </p:nvSpPr>
        <p:spPr>
          <a:xfrm>
            <a:off x="322423" y="1538165"/>
            <a:ext cx="5397657" cy="388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Steps Applied:</a:t>
            </a: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Converted date column to datetime index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Handled missing values using forward fill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Differenced close price to achieve stationarity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Removed infinite and null values</a:t>
            </a:r>
          </a:p>
          <a:p>
            <a:pPr>
              <a:lnSpc>
                <a:spcPct val="200000"/>
              </a:lnSpc>
              <a:buNone/>
            </a:pP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Outcome:</a:t>
            </a:r>
            <a:b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Clean and stationary dataset suitable for modeling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0671A6-EA5D-DEAE-75D9-DC29D1BFEB0D}"/>
              </a:ext>
            </a:extLst>
          </p:cNvPr>
          <p:cNvSpPr txBox="1"/>
          <p:nvPr/>
        </p:nvSpPr>
        <p:spPr>
          <a:xfrm>
            <a:off x="0" y="6550788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</p:spTree>
    <p:extLst>
      <p:ext uri="{BB962C8B-B14F-4D97-AF65-F5344CB8AC3E}">
        <p14:creationId xmlns:p14="http://schemas.microsoft.com/office/powerpoint/2010/main" val="2737592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37">
            <a:extLst>
              <a:ext uri="{FF2B5EF4-FFF2-40B4-BE49-F238E27FC236}">
                <a16:creationId xmlns:a16="http://schemas.microsoft.com/office/drawing/2014/main" id="{478CB64C-71AF-6B72-8069-000DD2505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470003" cy="132556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 :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FA2F9A05-8E79-46FF-1ABA-927EF2D69B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114044" y="1905097"/>
            <a:ext cx="2530033" cy="866219"/>
          </a:xfrm>
          <a:solidFill>
            <a:schemeClr val="accent4"/>
          </a:solidFill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Time-Series Features: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48BF8F22-E288-84B0-03E9-82D678051D4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115046" y="3137243"/>
            <a:ext cx="2529031" cy="1179544"/>
          </a:xfrm>
          <a:solidFill>
            <a:schemeClr val="accent4"/>
          </a:solidFill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Indicators 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D0C47E92-8875-E555-5480-8A9BAEE853A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114044" y="4754225"/>
            <a:ext cx="2529031" cy="1030201"/>
          </a:xfrm>
          <a:solidFill>
            <a:schemeClr val="accent4"/>
          </a:solidFill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 Features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FD68CE-EF5C-4046-41F5-3763D028DAE5}"/>
              </a:ext>
            </a:extLst>
          </p:cNvPr>
          <p:cNvSpPr>
            <a:spLocks noGrp="1"/>
          </p:cNvSpPr>
          <p:nvPr>
            <p:ph type="ftr" sz="quarter" idx="54"/>
          </p:nvPr>
        </p:nvSpPr>
        <p:spPr>
          <a:xfrm>
            <a:off x="0" y="6492875"/>
            <a:ext cx="41148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7183-3EBB-B8D1-A66D-964D3C3A7DA8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7</a:t>
            </a:fld>
            <a:endParaRPr lang="en-US" altLang="zh-CN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85EAF4C7-DF73-888E-5CE1-E65A1FC55F6D}"/>
              </a:ext>
            </a:extLst>
          </p:cNvPr>
          <p:cNvSpPr>
            <a:spLocks noGrp="1" noChangeArrowheads="1"/>
          </p:cNvSpPr>
          <p:nvPr>
            <p:ph type="body" sz="quarter" idx="32"/>
          </p:nvPr>
        </p:nvSpPr>
        <p:spPr bwMode="auto">
          <a:xfrm>
            <a:off x="4250803" y="1849239"/>
            <a:ext cx="4114800" cy="8720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Lag features (1, 2, 3, 5, 7, 14, 21 days)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Rolling means and moving averages</a:t>
            </a:r>
          </a:p>
        </p:txBody>
      </p:sp>
      <p:sp>
        <p:nvSpPr>
          <p:cNvPr id="18" name="Rectangle 5">
            <a:extLst>
              <a:ext uri="{FF2B5EF4-FFF2-40B4-BE49-F238E27FC236}">
                <a16:creationId xmlns:a16="http://schemas.microsoft.com/office/drawing/2014/main" id="{04186231-331E-0485-D36C-11F1BF77E04D}"/>
              </a:ext>
            </a:extLst>
          </p:cNvPr>
          <p:cNvSpPr>
            <a:spLocks noGrp="1" noChangeArrowheads="1"/>
          </p:cNvSpPr>
          <p:nvPr>
            <p:ph type="body" sz="quarter" idx="51"/>
          </p:nvPr>
        </p:nvSpPr>
        <p:spPr bwMode="auto">
          <a:xfrm>
            <a:off x="4251325" y="4810696"/>
            <a:ext cx="3411116" cy="8735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Day of week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Month-end indicator</a:t>
            </a:r>
          </a:p>
        </p:txBody>
      </p:sp>
      <p:sp>
        <p:nvSpPr>
          <p:cNvPr id="25" name="Rectangle 8">
            <a:extLst>
              <a:ext uri="{FF2B5EF4-FFF2-40B4-BE49-F238E27FC236}">
                <a16:creationId xmlns:a16="http://schemas.microsoft.com/office/drawing/2014/main" id="{E518E4C4-2854-39A6-DCB3-11864B8B3B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803" y="3082480"/>
            <a:ext cx="5220184" cy="12890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RSI (14), MACD, MACD Signal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Bollinger Bands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Exponential Moving Averages (EMA 9, 21, 50)</a:t>
            </a:r>
          </a:p>
        </p:txBody>
      </p:sp>
    </p:spTree>
    <p:extLst>
      <p:ext uri="{BB962C8B-B14F-4D97-AF65-F5344CB8AC3E}">
        <p14:creationId xmlns:p14="http://schemas.microsoft.com/office/powerpoint/2010/main" val="262402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itle 85">
            <a:extLst>
              <a:ext uri="{FF2B5EF4-FFF2-40B4-BE49-F238E27FC236}">
                <a16:creationId xmlns:a16="http://schemas.microsoft.com/office/drawing/2014/main" id="{1E3F7726-AC85-55B8-BDED-51E7BA85C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0" y="333741"/>
            <a:ext cx="5611368" cy="1026795"/>
          </a:xfrm>
        </p:spPr>
        <p:txBody>
          <a:bodyPr/>
          <a:lstStyle/>
          <a:p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Building</a:t>
            </a:r>
          </a:p>
        </p:txBody>
      </p:sp>
      <p:pic>
        <p:nvPicPr>
          <p:cNvPr id="8" name="Picture Placeholder 7" descr="Businesswoman reviewing sticky notes on a wall">
            <a:extLst>
              <a:ext uri="{FF2B5EF4-FFF2-40B4-BE49-F238E27FC236}">
                <a16:creationId xmlns:a16="http://schemas.microsoft.com/office/drawing/2014/main" id="{66D3A5E9-F687-402F-8477-EE4CD418CA67}"/>
              </a:ext>
            </a:extLst>
          </p:cNvPr>
          <p:cNvPicPr>
            <a:picLocks noGrp="1" noChangeAspect="1"/>
          </p:cNvPicPr>
          <p:nvPr>
            <p:ph type="pic" sz="quarter" idx="57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9" name="Text Placeholder">
            <a:extLst>
              <a:ext uri="{FF2B5EF4-FFF2-40B4-BE49-F238E27FC236}">
                <a16:creationId xmlns:a16="http://schemas.microsoft.com/office/drawing/2014/main" id="{0490F6D4-84D0-42DF-A807-E56706B577D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44699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ARIMA</a:t>
            </a:r>
          </a:p>
          <a:p>
            <a:endParaRPr lang="zh-CN" alt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Placeholder">
            <a:extLst>
              <a:ext uri="{FF2B5EF4-FFF2-40B4-BE49-F238E27FC236}">
                <a16:creationId xmlns:a16="http://schemas.microsoft.com/office/drawing/2014/main" id="{99E3B6AA-5679-428D-B466-0173CBC5572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IN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(Statistical models)</a:t>
            </a:r>
            <a:endParaRPr lang="zh-CN" alt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Placeholder 9" descr="People working in office">
            <a:extLst>
              <a:ext uri="{FF2B5EF4-FFF2-40B4-BE49-F238E27FC236}">
                <a16:creationId xmlns:a16="http://schemas.microsoft.com/office/drawing/2014/main" id="{D249D9CF-86A2-4E7B-8B6F-D02EE968C997}"/>
              </a:ext>
            </a:extLst>
          </p:cNvPr>
          <p:cNvPicPr>
            <a:picLocks noGrp="1" noChangeAspect="1"/>
          </p:cNvPicPr>
          <p:nvPr>
            <p:ph type="pic" sz="quarter" idx="58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7" name="Text Placeholder">
            <a:extLst>
              <a:ext uri="{FF2B5EF4-FFF2-40B4-BE49-F238E27FC236}">
                <a16:creationId xmlns:a16="http://schemas.microsoft.com/office/drawing/2014/main" id="{3A30B02E-FBE1-41C5-AF6E-E1013275E84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accent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SARIMA</a:t>
            </a:r>
          </a:p>
          <a:p>
            <a:endParaRPr lang="zh-CN" alt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Placeholder">
            <a:extLst>
              <a:ext uri="{FF2B5EF4-FFF2-40B4-BE49-F238E27FC236}">
                <a16:creationId xmlns:a16="http://schemas.microsoft.com/office/drawing/2014/main" id="{6BEF3457-28AE-41BA-B285-C77561919C1A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r>
              <a:rPr lang="en-IN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(Statistical models)</a:t>
            </a:r>
            <a:endParaRPr lang="zh-CN" alt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Placeholder 11" descr="Layout of website design sketches on white paper">
            <a:extLst>
              <a:ext uri="{FF2B5EF4-FFF2-40B4-BE49-F238E27FC236}">
                <a16:creationId xmlns:a16="http://schemas.microsoft.com/office/drawing/2014/main" id="{3D51D04D-653C-45AE-9DDF-BE96BA267A6B}"/>
              </a:ext>
            </a:extLst>
          </p:cNvPr>
          <p:cNvPicPr>
            <a:picLocks noGrp="1" noChangeAspect="1"/>
          </p:cNvPicPr>
          <p:nvPr>
            <p:ph type="pic" sz="quarter" idx="59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9" name="Text Placeholder">
            <a:extLst>
              <a:ext uri="{FF2B5EF4-FFF2-40B4-BE49-F238E27FC236}">
                <a16:creationId xmlns:a16="http://schemas.microsoft.com/office/drawing/2014/main" id="{1B558BFC-AA9F-4991-A6BB-D56BEC07C16E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endParaRPr lang="zh-CN" altLang="en-US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Placeholder">
            <a:extLst>
              <a:ext uri="{FF2B5EF4-FFF2-40B4-BE49-F238E27FC236}">
                <a16:creationId xmlns:a16="http://schemas.microsoft.com/office/drawing/2014/main" id="{17095E6E-F279-4342-B53E-E53B820336B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(Machine Learning)</a:t>
            </a:r>
          </a:p>
        </p:txBody>
      </p:sp>
      <p:pic>
        <p:nvPicPr>
          <p:cNvPr id="14" name="Picture Placeholder 13" descr="Empty office chairs">
            <a:extLst>
              <a:ext uri="{FF2B5EF4-FFF2-40B4-BE49-F238E27FC236}">
                <a16:creationId xmlns:a16="http://schemas.microsoft.com/office/drawing/2014/main" id="{33C59A08-3A06-4556-AC83-C1337E73D0B3}"/>
              </a:ext>
            </a:extLst>
          </p:cNvPr>
          <p:cNvPicPr>
            <a:picLocks noGrp="1" noChangeAspect="1"/>
          </p:cNvPicPr>
          <p:nvPr>
            <p:ph type="pic" sz="quarter" idx="60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61472" y="2073439"/>
            <a:ext cx="1621032" cy="1841551"/>
          </a:xfrm>
        </p:spPr>
      </p:pic>
      <p:sp>
        <p:nvSpPr>
          <p:cNvPr id="41" name="Text Placeholder">
            <a:extLst>
              <a:ext uri="{FF2B5EF4-FFF2-40B4-BE49-F238E27FC236}">
                <a16:creationId xmlns:a16="http://schemas.microsoft.com/office/drawing/2014/main" id="{DBA8686B-D3EF-40DF-939C-F875885DD598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D30ED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LSTM</a:t>
            </a:r>
          </a:p>
          <a:p>
            <a:endParaRPr lang="zh-CN" alt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 Placeholder">
            <a:extLst>
              <a:ext uri="{FF2B5EF4-FFF2-40B4-BE49-F238E27FC236}">
                <a16:creationId xmlns:a16="http://schemas.microsoft.com/office/drawing/2014/main" id="{6BF979FF-A4F0-4625-889A-AB985F98B2D4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(Deep Learning)</a:t>
            </a:r>
          </a:p>
        </p:txBody>
      </p:sp>
      <p:pic>
        <p:nvPicPr>
          <p:cNvPr id="90" name="Picture Placeholder 89" descr="People around a table on their laptops">
            <a:extLst>
              <a:ext uri="{FF2B5EF4-FFF2-40B4-BE49-F238E27FC236}">
                <a16:creationId xmlns:a16="http://schemas.microsoft.com/office/drawing/2014/main" id="{241F4F4E-4DAB-34E3-D036-85F0CB76A536}"/>
              </a:ext>
            </a:extLst>
          </p:cNvPr>
          <p:cNvPicPr>
            <a:picLocks noGrp="1" noChangeAspect="1"/>
          </p:cNvPicPr>
          <p:nvPr>
            <p:ph type="pic" sz="quarter" idx="61"/>
          </p:nvPr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43" name="Text Placeholder">
            <a:extLst>
              <a:ext uri="{FF2B5EF4-FFF2-40B4-BE49-F238E27FC236}">
                <a16:creationId xmlns:a16="http://schemas.microsoft.com/office/drawing/2014/main" id="{759A333C-6D37-427A-BE2A-4C2660134A5A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0EB2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PROPHET</a:t>
            </a:r>
            <a:endParaRPr lang="zh-CN" altLang="en-US" dirty="0">
              <a:solidFill>
                <a:srgbClr val="F0EB2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 Placeholder">
            <a:extLst>
              <a:ext uri="{FF2B5EF4-FFF2-40B4-BE49-F238E27FC236}">
                <a16:creationId xmlns:a16="http://schemas.microsoft.com/office/drawing/2014/main" id="{4E9BE8F8-2FF1-43CB-B1AA-4F07E411D171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9535923" y="5007731"/>
            <a:ext cx="2116838" cy="811178"/>
          </a:xfrm>
        </p:spPr>
        <p:txBody>
          <a:bodyPr/>
          <a:lstStyle/>
          <a:p>
            <a:r>
              <a:rPr lang="en-US" altLang="zh-CN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(Time – Serie Forecasting)</a:t>
            </a:r>
            <a:endParaRPr lang="zh-CN" alt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DA9C9-8185-D0AB-3C76-BC1CABABA354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>
          <a:xfrm>
            <a:off x="24896" y="6504548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8D9DED-0D81-19D6-DF40-E6B4B5BFEF9E}"/>
              </a:ext>
            </a:extLst>
          </p:cNvPr>
          <p:cNvSpPr>
            <a:spLocks noGrp="1"/>
          </p:cNvSpPr>
          <p:nvPr>
            <p:ph type="sldNum" sz="quarter" idx="63"/>
          </p:nvPr>
        </p:nvSpPr>
        <p:spPr/>
        <p:txBody>
          <a:bodyPr/>
          <a:lstStyle/>
          <a:p>
            <a:fld id="{47FEACEE-25B4-4A2D-B147-27296E36371D}" type="slidenum">
              <a:rPr lang="en-US" altLang="zh-CN" smtClean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en-US" altLang="zh-CN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3B605-8337-8924-8F21-D96ACF19AC4F}"/>
              </a:ext>
            </a:extLst>
          </p:cNvPr>
          <p:cNvSpPr txBox="1"/>
          <p:nvPr/>
        </p:nvSpPr>
        <p:spPr>
          <a:xfrm>
            <a:off x="7723333" y="5659715"/>
            <a:ext cx="39840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Metrics:</a:t>
            </a: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RMSE (Root Mean Squared Error)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MAE (Mean Absolute Error)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D579C5-FC9F-BFAD-66A8-5CE0CB378638}"/>
              </a:ext>
            </a:extLst>
          </p:cNvPr>
          <p:cNvSpPr txBox="1"/>
          <p:nvPr/>
        </p:nvSpPr>
        <p:spPr>
          <a:xfrm>
            <a:off x="5455920" y="650240"/>
            <a:ext cx="4287520" cy="64633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Time-based train-test split (80% / 20%)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Tx/>
              <a:buNone/>
            </a:pPr>
            <a:endParaRPr lang="en-IN" sz="1800" dirty="0">
              <a:solidFill>
                <a:prstClr val="white"/>
              </a:solidFill>
              <a:latin typeface="Posterama" panose="020B0504020200020000" pitchFamily="34" charset="0"/>
              <a:ea typeface="微软雅黑"/>
              <a:cs typeface="Posterama" panose="020B050402020002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140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C6EC6F6-F346-241D-C2AD-CEA21AF2E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Performances :</a:t>
            </a:r>
          </a:p>
        </p:txBody>
      </p:sp>
      <p:graphicFrame>
        <p:nvGraphicFramePr>
          <p:cNvPr id="14" name="Chart Placeholder 13" descr="Bar chart">
            <a:extLst>
              <a:ext uri="{FF2B5EF4-FFF2-40B4-BE49-F238E27FC236}">
                <a16:creationId xmlns:a16="http://schemas.microsoft.com/office/drawing/2014/main" id="{B7C287C2-FD80-40E0-BEEE-ABC91A81663B}"/>
              </a:ext>
            </a:extLst>
          </p:cNvPr>
          <p:cNvGraphicFramePr>
            <a:graphicFrameLocks noGrp="1"/>
          </p:cNvGraphicFramePr>
          <p:nvPr>
            <p:ph type="chart" sz="quarter" idx="27"/>
            <p:extLst>
              <p:ext uri="{D42A27DB-BD31-4B8C-83A1-F6EECF244321}">
                <p14:modId xmlns:p14="http://schemas.microsoft.com/office/powerpoint/2010/main" val="3570557340"/>
              </p:ext>
            </p:extLst>
          </p:nvPr>
        </p:nvGraphicFramePr>
        <p:xfrm>
          <a:off x="587375" y="1622425"/>
          <a:ext cx="10890250" cy="44837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D23934-4A07-2183-483D-999C4EEC4F76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>
          <a:xfrm>
            <a:off x="0" y="6441338"/>
            <a:ext cx="41148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20B9D-3E1B-ACAC-E328-901AE7E6D9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9</a:t>
            </a:fld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A1A50-9014-5306-C688-3D8D006283A0}"/>
              </a:ext>
            </a:extLst>
          </p:cNvPr>
          <p:cNvSpPr txBox="1"/>
          <p:nvPr/>
        </p:nvSpPr>
        <p:spPr>
          <a:xfrm>
            <a:off x="6248400" y="95845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LSTM achieved the lowest error values among all models</a:t>
            </a:r>
            <a:endParaRPr lang="en-IN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288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F82E2-C90E-52BB-EAAB-6AC04BB7C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343235C-1893-C596-DF65-DFB24677A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7264" y="381964"/>
            <a:ext cx="5676905" cy="1100260"/>
          </a:xfrm>
        </p:spPr>
        <p:txBody>
          <a:bodyPr/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 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(Best Model)</a:t>
            </a:r>
            <a:endParaRPr lang="en-US" sz="40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98D548-61E8-69D9-9EAF-E43343426ADC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517264" y="1808986"/>
            <a:ext cx="4672693" cy="1982774"/>
          </a:xfrm>
        </p:spPr>
        <p:txBody>
          <a:bodyPr/>
          <a:lstStyle/>
          <a:p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Tuned Parameters for LSTM: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units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of LSTM layers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Epochs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size</a:t>
            </a:r>
          </a:p>
          <a:p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CB040A-9A98-D5F9-5806-211C7A5CD475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>
          <a:xfrm>
            <a:off x="0" y="6485093"/>
            <a:ext cx="41148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  <a:endParaRPr lang="en-US" noProof="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BF1BE5-2C08-CBB3-20A8-7710DC3010D8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10</a:t>
            </a:fld>
            <a:endParaRPr lang="en-US" altLang="zh-CN" noProof="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F4285133-A447-BA36-B7CB-3E2E52556F5D}"/>
              </a:ext>
            </a:extLst>
          </p:cNvPr>
          <p:cNvSpPr txBox="1">
            <a:spLocks/>
          </p:cNvSpPr>
          <p:nvPr/>
        </p:nvSpPr>
        <p:spPr>
          <a:xfrm>
            <a:off x="5517264" y="4118522"/>
            <a:ext cx="4672693" cy="185401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9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Approach: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Grid search over multiple combinations</a:t>
            </a:r>
          </a:p>
          <a:p>
            <a:r>
              <a:rPr lang="en-US" sz="18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Selected configuration based on minimum RMSE</a:t>
            </a: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0241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6766" y="721103"/>
            <a:ext cx="3730788" cy="82882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:</a:t>
            </a:r>
          </a:p>
        </p:txBody>
      </p:sp>
      <p:pic>
        <p:nvPicPr>
          <p:cNvPr id="26" name="Picture Placeholder 25" descr="Layout of website design sketches on white paper">
            <a:extLst>
              <a:ext uri="{FF2B5EF4-FFF2-40B4-BE49-F238E27FC236}">
                <a16:creationId xmlns:a16="http://schemas.microsoft.com/office/drawing/2014/main" id="{4CBFAFCC-A306-4EA1-BEE3-7557795635A8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243AAE-D428-CAAE-DCAF-0266FEEEAC70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11</a:t>
            </a:fld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ADEBA14-035C-9827-1BA1-74495DE71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6766" y="1891688"/>
            <a:ext cx="12134127" cy="30746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Saved trained LSTM model (.h5)</a:t>
            </a:r>
          </a:p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Saved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MinMaxScaler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joblib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Built prediction pipeline for scaling and forecasting</a:t>
            </a:r>
          </a:p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Developed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wilth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Flask &amp;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web application</a:t>
            </a:r>
          </a:p>
          <a:p>
            <a:pPr marL="342900" marR="0" lvl="0" indent="-34290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Deployed using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Ngrok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public access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C138F9-3D61-E272-C4BC-0301DA10D5C8}"/>
              </a:ext>
            </a:extLst>
          </p:cNvPr>
          <p:cNvSpPr txBox="1"/>
          <p:nvPr/>
        </p:nvSpPr>
        <p:spPr>
          <a:xfrm>
            <a:off x="0" y="6581001"/>
            <a:ext cx="82397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6A29E-B51D-9D30-8BF9-2CF559D43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FA920EC-67A1-E493-F3F0-AE8E2CF0C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884" y="274955"/>
            <a:ext cx="4114800" cy="80200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Output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BF10A-130C-EB36-4F8E-63841EC38C76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>
          <a:xfrm>
            <a:off x="0" y="6492875"/>
            <a:ext cx="41148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DD86C1-672C-8A83-8CCE-82DA027B493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US" altLang="zh-CN" smtClean="0"/>
              <a:pPr/>
              <a:t>12</a:t>
            </a:fld>
            <a:endParaRPr lang="en-US" altLang="zh-CN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E0BDD7E1-ECE7-42BD-E1D5-CAD95F938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885" y="1106144"/>
            <a:ext cx="11554075" cy="4846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0129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EFA9173-F892-5C7D-99AF-4C5FFB153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232" y="611561"/>
            <a:ext cx="5119580" cy="69753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:</a:t>
            </a:r>
          </a:p>
        </p:txBody>
      </p:sp>
      <p:pic>
        <p:nvPicPr>
          <p:cNvPr id="38" name="Picture Placeholder 37" descr="People working in office">
            <a:extLst>
              <a:ext uri="{FF2B5EF4-FFF2-40B4-BE49-F238E27FC236}">
                <a16:creationId xmlns:a16="http://schemas.microsoft.com/office/drawing/2014/main" id="{4162880A-4A88-ED9F-357E-65638ED8BB0C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pic>
        <p:nvPicPr>
          <p:cNvPr id="39" name="Picture Placeholder 31">
            <a:extLst>
              <a:ext uri="{FF2B5EF4-FFF2-40B4-BE49-F238E27FC236}">
                <a16:creationId xmlns:a16="http://schemas.microsoft.com/office/drawing/2014/main" id="{6037332D-8714-C147-6E64-3654D8C57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531165-F745-171F-F6EC-07FDD4E3E06C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>
          <a:xfrm>
            <a:off x="0" y="6492875"/>
            <a:ext cx="4114800" cy="365125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30A6A-65C9-04FE-77CF-C95CC406DBD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47FEACEE-25B4-4A2D-B147-27296E36371D}" type="slidenum">
              <a:rPr lang="en-US" altLang="zh-C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13</a:t>
            </a:fld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3D16BD-9239-970E-5210-E7CE3FBE79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87" y="1517277"/>
            <a:ext cx="7022786" cy="1881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Achieving stationarity in time-series data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 leakage in ML models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 for deep learning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Deployment configuration and environment setup</a:t>
            </a:r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C7A577BF-729F-23A1-1D0D-CD72EB3AC9A6}"/>
              </a:ext>
            </a:extLst>
          </p:cNvPr>
          <p:cNvSpPr txBox="1">
            <a:spLocks/>
          </p:cNvSpPr>
          <p:nvPr/>
        </p:nvSpPr>
        <p:spPr>
          <a:xfrm>
            <a:off x="266787" y="3769754"/>
            <a:ext cx="6237478" cy="6975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 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242E56F-9CD3-4C00-7B5B-E85AD7D69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232" y="4675470"/>
            <a:ext cx="4419600" cy="8720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Cloud deployment with auto-retraining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data streaming</a:t>
            </a:r>
          </a:p>
        </p:txBody>
      </p:sp>
    </p:spTree>
    <p:extLst>
      <p:ext uri="{BB962C8B-B14F-4D97-AF65-F5344CB8AC3E}">
        <p14:creationId xmlns:p14="http://schemas.microsoft.com/office/powerpoint/2010/main" val="41575333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7737" y="2103437"/>
            <a:ext cx="5055698" cy="1325563"/>
          </a:xfrm>
        </p:spPr>
        <p:txBody>
          <a:bodyPr/>
          <a:lstStyle/>
          <a:p>
            <a:r>
              <a:rPr lang="en-US" sz="5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Thank you…</a:t>
            </a:r>
          </a:p>
        </p:txBody>
      </p:sp>
      <p:pic>
        <p:nvPicPr>
          <p:cNvPr id="14" name="Picture Placeholder 13" descr="People working in office">
            <a:extLst>
              <a:ext uri="{FF2B5EF4-FFF2-40B4-BE49-F238E27FC236}">
                <a16:creationId xmlns:a16="http://schemas.microsoft.com/office/drawing/2014/main" id="{496155F4-61B2-441D-9F16-788866450DA2}"/>
              </a:ext>
            </a:extLst>
          </p:cNvPr>
          <p:cNvPicPr>
            <a:picLocks noGrp="1" noChangeAspect="1"/>
          </p:cNvPicPr>
          <p:nvPr>
            <p:ph type="pic" sz="quarter" idx="49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6" name="Picture Placeholder 15" descr="People in an office discussing work over a laptop&#10;">
            <a:extLst>
              <a:ext uri="{FF2B5EF4-FFF2-40B4-BE49-F238E27FC236}">
                <a16:creationId xmlns:a16="http://schemas.microsoft.com/office/drawing/2014/main" id="{BCD5762E-DD49-42B3-9CA8-46A4AD7193E2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18" name="Picture Placeholder 17" descr="Layout of website design sketches on white paper">
            <a:extLst>
              <a:ext uri="{FF2B5EF4-FFF2-40B4-BE49-F238E27FC236}">
                <a16:creationId xmlns:a16="http://schemas.microsoft.com/office/drawing/2014/main" id="{1051CD21-1408-4D13-BF0B-0D7013AD2D0C}"/>
              </a:ext>
            </a:extLst>
          </p:cNvPr>
          <p:cNvPicPr>
            <a:picLocks noGrp="1" noChangeAspect="1"/>
          </p:cNvPicPr>
          <p:nvPr>
            <p:ph type="pic" sz="quarter" idx="51"/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pic>
        <p:nvPicPr>
          <p:cNvPr id="28" name="Picture Placeholder 27" descr="Businesswoman reviewing sticky notes on a wall">
            <a:extLst>
              <a:ext uri="{FF2B5EF4-FFF2-40B4-BE49-F238E27FC236}">
                <a16:creationId xmlns:a16="http://schemas.microsoft.com/office/drawing/2014/main" id="{B746A775-E65C-70F6-9DB4-E51F7F2DAECE}"/>
              </a:ext>
            </a:extLst>
          </p:cNvPr>
          <p:cNvPicPr>
            <a:picLocks noGrp="1" noChangeAspect="1"/>
          </p:cNvPicPr>
          <p:nvPr>
            <p:ph type="pic" sz="quarter" idx="50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pic>
        <p:nvPicPr>
          <p:cNvPr id="3" name="Graphic 2" descr="Grinning face with solid fill with solid fill">
            <a:extLst>
              <a:ext uri="{FF2B5EF4-FFF2-40B4-BE49-F238E27FC236}">
                <a16:creationId xmlns:a16="http://schemas.microsoft.com/office/drawing/2014/main" id="{F2E912C5-A006-E8A3-B6B1-7CC3033034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91336" y="2615878"/>
            <a:ext cx="813122" cy="8131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954E8FF-50C6-A7E2-E9AD-ED72BFCAF447}"/>
              </a:ext>
            </a:extLst>
          </p:cNvPr>
          <p:cNvSpPr txBox="1"/>
          <p:nvPr/>
        </p:nvSpPr>
        <p:spPr>
          <a:xfrm>
            <a:off x="0" y="6528074"/>
            <a:ext cx="61061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Stock Price Forecasting Using Time Series</a:t>
            </a:r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​​">
  <a:themeElements>
    <a:clrScheme name="Custom 9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803"/>
      </a:accent2>
      <a:accent3>
        <a:srgbClr val="DCD3CC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0">
      <a:majorFont>
        <a:latin typeface="Posterama Text Black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exagon Light Presentation_win32_v5" id="{045A9B2F-7300-4673-816B-F1EB3C673B2C}" vid="{27F8BD87-6984-44CA-8D4F-354B20CB0C1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4CFA8B0-C7B8-4655-A378-2962C04794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5515263-A3DE-4193-B6AA-5C449C94519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AD9BE2-6B3D-4616-B044-300A8177DEA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Hexagon presentation light</Template>
  <TotalTime>144</TotalTime>
  <Words>508</Words>
  <Application>Microsoft Office PowerPoint</Application>
  <PresentationFormat>Widescreen</PresentationFormat>
  <Paragraphs>128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5" baseType="lpstr">
      <vt:lpstr>等线</vt:lpstr>
      <vt:lpstr>Abadi</vt:lpstr>
      <vt:lpstr>Algerian</vt:lpstr>
      <vt:lpstr>Arial</vt:lpstr>
      <vt:lpstr>Calibri</vt:lpstr>
      <vt:lpstr>Posterama</vt:lpstr>
      <vt:lpstr>Posterama Text Black</vt:lpstr>
      <vt:lpstr>Posterama Text SemiBold</vt:lpstr>
      <vt:lpstr>Times New Roman</vt:lpstr>
      <vt:lpstr>Wingdings</vt:lpstr>
      <vt:lpstr>Custom​​</vt:lpstr>
      <vt:lpstr>Stock Price Forecasting Using Time Series</vt:lpstr>
      <vt:lpstr>Project Overview:</vt:lpstr>
      <vt:lpstr> Agenda </vt:lpstr>
      <vt:lpstr>Dataset  Overview:</vt:lpstr>
      <vt:lpstr>PowerPoint Presentation</vt:lpstr>
      <vt:lpstr>Data Preprocessing</vt:lpstr>
      <vt:lpstr>Feature Engineering :</vt:lpstr>
      <vt:lpstr>Model Building</vt:lpstr>
      <vt:lpstr>Model Performances :</vt:lpstr>
      <vt:lpstr>Hyperparameter Tuning (Best Model)</vt:lpstr>
      <vt:lpstr>Deployment :</vt:lpstr>
      <vt:lpstr>Final Output</vt:lpstr>
      <vt:lpstr>Challenges Faced :</vt:lpstr>
      <vt:lpstr>Thank you…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mahesh mangali</dc:creator>
  <cp:lastModifiedBy>mahesh mangali</cp:lastModifiedBy>
  <cp:revision>1</cp:revision>
  <dcterms:created xsi:type="dcterms:W3CDTF">2025-12-19T09:24:30Z</dcterms:created>
  <dcterms:modified xsi:type="dcterms:W3CDTF">2025-12-20T14:13:27Z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